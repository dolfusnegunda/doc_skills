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3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37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9.xml" ContentType="application/vnd.openxmlformats-officedocument.presentationml.slide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  <p:sldMasterId id="2147483910" r:id="rId2"/>
    <p:sldMasterId id="2147483938" r:id="rId4"/>
    <p:sldMasterId id="2147483954" r:id="rId6"/>
  </p:sldMasterIdLst>
  <p:notesMasterIdLst>
    <p:notesMasterId r:id="rId157"/>
  </p:notesMasterIdLst>
  <p:handoutMasterIdLst>
    <p:handoutMasterId r:id="rId158"/>
  </p:handoutMasterIdLst>
  <p:sldIdLst>
    <p:sldId id="4342" r:id="rId10"/>
    <p:sldId id="4227" r:id="rId61"/>
    <p:sldId id="4252" r:id="rId46"/>
    <p:sldId id="4238" r:id="rId73"/>
    <p:sldId id="4210" r:id="rId23"/>
    <p:sldId id="4233" r:id="rId68"/>
    <p:sldId id="4324" r:id="rId62"/>
    <p:sldId id="4338" r:id="rId146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 of Templates" id="{9554B1B4-C7CA-C74F-8861-BF2A34BB2D4F}">
          <p14:sldIdLst>
            <p14:sldId id="4342"/>
            <p14:sldId id="4340"/>
            <p14:sldId id="4343"/>
          </p14:sldIdLst>
        </p14:section>
        <p14:section name="Agenda/Next Steps" id="{2D5FD0DA-43EC-44C5-BD21-5BED051E8F80}">
          <p14:sldIdLst>
            <p14:sldId id="4200"/>
            <p14:sldId id="4201"/>
            <p14:sldId id="4202"/>
            <p14:sldId id="4203"/>
            <p14:sldId id="4204"/>
            <p14:sldId id="4205"/>
            <p14:sldId id="4206"/>
            <p14:sldId id="4207"/>
            <p14:sldId id="4208"/>
            <p14:sldId id="4209"/>
            <p14:sldId id="4210"/>
            <p14:sldId id="4319"/>
            <p14:sldId id="4211"/>
            <p14:sldId id="4212"/>
            <p14:sldId id="4213"/>
            <p14:sldId id="4225"/>
            <p14:sldId id="4321"/>
            <p14:sldId id="4214"/>
            <p14:sldId id="4215"/>
          </p14:sldIdLst>
        </p14:section>
        <p14:section name="Team Slides" id="{CF1E1CFD-7726-44A2-B1F2-3A336EA31D75}">
          <p14:sldIdLst>
            <p14:sldId id="4216"/>
            <p14:sldId id="4217"/>
            <p14:sldId id="4218"/>
            <p14:sldId id="4219"/>
            <p14:sldId id="4222"/>
            <p14:sldId id="4223"/>
            <p14:sldId id="4220"/>
            <p14:sldId id="4221"/>
          </p14:sldIdLst>
        </p14:section>
        <p14:section name="Problem Slides" id="{C52B8A4D-807B-4438-9D7A-2CF546DC05C5}">
          <p14:sldIdLst>
            <p14:sldId id="4246"/>
            <p14:sldId id="4247"/>
            <p14:sldId id="4248"/>
            <p14:sldId id="4249"/>
            <p14:sldId id="4250"/>
            <p14:sldId id="4251"/>
            <p14:sldId id="4252"/>
          </p14:sldIdLst>
        </p14:section>
        <p14:section name="Solution | Objective Slides" id="{CE5B4AF9-4906-415A-87D8-D7D206631E98}">
          <p14:sldIdLst>
            <p14:sldId id="4253"/>
            <p14:sldId id="4254"/>
            <p14:sldId id="4320"/>
            <p14:sldId id="4255"/>
            <p14:sldId id="4256"/>
            <p14:sldId id="4257"/>
            <p14:sldId id="4258"/>
            <p14:sldId id="4259"/>
            <p14:sldId id="4260"/>
            <p14:sldId id="4332"/>
          </p14:sldIdLst>
        </p14:section>
        <p14:section name="General Content" id="{785B3DD6-DF8D-419D-A054-C74EFC1580AF}">
          <p14:sldIdLst>
            <p14:sldId id="4224"/>
            <p14:sldId id="4322"/>
            <p14:sldId id="4226"/>
            <p14:sldId id="4323"/>
            <p14:sldId id="4227"/>
            <p14:sldId id="4324"/>
            <p14:sldId id="4228"/>
            <p14:sldId id="4229"/>
            <p14:sldId id="4230"/>
            <p14:sldId id="4231"/>
            <p14:sldId id="4232"/>
            <p14:sldId id="4233"/>
            <p14:sldId id="4234"/>
            <p14:sldId id="4235"/>
            <p14:sldId id="4236"/>
            <p14:sldId id="4237"/>
            <p14:sldId id="4238"/>
            <p14:sldId id="4239"/>
            <p14:sldId id="4240"/>
            <p14:sldId id="4241"/>
            <p14:sldId id="4242"/>
            <p14:sldId id="4243"/>
            <p14:sldId id="4244"/>
            <p14:sldId id="4245"/>
          </p14:sldIdLst>
        </p14:section>
        <p14:section name="Insight Slides" id="{FBCD03F6-5A9C-435D-86B1-6C278845070B}">
          <p14:sldIdLst>
            <p14:sldId id="4261"/>
            <p14:sldId id="4262"/>
            <p14:sldId id="4263"/>
            <p14:sldId id="4264"/>
            <p14:sldId id="4265"/>
            <p14:sldId id="4266"/>
            <p14:sldId id="4267"/>
            <p14:sldId id="4325"/>
            <p14:sldId id="4268"/>
            <p14:sldId id="4326"/>
          </p14:sldIdLst>
        </p14:section>
        <p14:section name="Approach | Roadmap Slides" id="{75B37634-ADF2-4546-A059-FF40D334DD1A}">
          <p14:sldIdLst>
            <p14:sldId id="4271"/>
            <p14:sldId id="4270"/>
            <p14:sldId id="4272"/>
            <p14:sldId id="4273"/>
            <p14:sldId id="4274"/>
            <p14:sldId id="4275"/>
            <p14:sldId id="4276"/>
            <p14:sldId id="4277"/>
            <p14:sldId id="4278"/>
            <p14:sldId id="4279"/>
            <p14:sldId id="4280"/>
            <p14:sldId id="4281"/>
            <p14:sldId id="4282"/>
            <p14:sldId id="4283"/>
            <p14:sldId id="4284"/>
            <p14:sldId id="4285"/>
            <p14:sldId id="4286"/>
            <p14:sldId id="4287"/>
            <p14:sldId id="4288"/>
            <p14:sldId id="4289"/>
            <p14:sldId id="4290"/>
            <p14:sldId id="4291"/>
            <p14:sldId id="4292"/>
            <p14:sldId id="4293"/>
            <p14:sldId id="4294"/>
            <p14:sldId id="4295"/>
            <p14:sldId id="4296"/>
            <p14:sldId id="4297"/>
            <p14:sldId id="4298"/>
            <p14:sldId id="4299"/>
            <p14:sldId id="4300"/>
            <p14:sldId id="4334"/>
            <p14:sldId id="4301"/>
            <p14:sldId id="4333"/>
            <p14:sldId id="4330"/>
            <p14:sldId id="4302"/>
            <p14:sldId id="4303"/>
            <p14:sldId id="4304"/>
            <p14:sldId id="4306"/>
            <p14:sldId id="4335"/>
            <p14:sldId id="4305"/>
            <p14:sldId id="4307"/>
            <p14:sldId id="4336"/>
            <p14:sldId id="4308"/>
            <p14:sldId id="4309"/>
            <p14:sldId id="4310"/>
          </p14:sldIdLst>
        </p14:section>
        <p14:section name="Comparison Slides" id="{0356D0E2-34A1-4E08-824E-5E7AFF3DC2C5}">
          <p14:sldIdLst>
            <p14:sldId id="4312"/>
            <p14:sldId id="4313"/>
            <p14:sldId id="4314"/>
            <p14:sldId id="4315"/>
            <p14:sldId id="4316"/>
            <p14:sldId id="4317"/>
            <p14:sldId id="4318"/>
            <p14:sldId id="4331"/>
            <p14:sldId id="4337"/>
            <p14:sldId id="4338"/>
          </p14:sldIdLst>
        </p14:section>
        <p14:section name="Regional Slides" id="{914D7C30-4E9C-4BE7-B628-865275FD3E50}">
          <p14:sldIdLst>
            <p14:sldId id="4176"/>
            <p14:sldId id="4177"/>
            <p14:sldId id="4178"/>
            <p14:sldId id="4179"/>
            <p14:sldId id="4180"/>
            <p14:sldId id="4183"/>
            <p14:sldId id="4186"/>
            <p14:sldId id="4198"/>
            <p14:sldId id="4189"/>
            <p14:sldId id="41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2" pos="2903" userDrawn="1">
          <p15:clr>
            <a:srgbClr val="A4A3A4"/>
          </p15:clr>
        </p15:guide>
        <p15:guide id="3" orient="horz" pos="985" userDrawn="1">
          <p15:clr>
            <a:srgbClr val="A4A3A4"/>
          </p15:clr>
        </p15:guide>
        <p15:guide id="4" orient="horz" pos="5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042"/>
    <a:srgbClr val="F0F0F0"/>
    <a:srgbClr val="8C9EC0"/>
    <a:srgbClr val="4E67C8"/>
    <a:srgbClr val="FCFCFC"/>
    <a:srgbClr val="5ABFC1"/>
    <a:srgbClr val="0F6889"/>
    <a:srgbClr val="D6D6D6"/>
    <a:srgbClr val="3A989A"/>
    <a:srgbClr val="5A8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1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62"/>
      </p:cViewPr>
      <p:guideLst>
        <p:guide orient="horz" pos="3026"/>
        <p:guide pos="2903"/>
        <p:guide orient="horz" pos="985"/>
        <p:guide orient="horz" pos="5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23" Type="http://schemas.openxmlformats.org/officeDocument/2006/relationships/slide" Target="slides/slide14.xml"/><Relationship Id="rId46" Type="http://schemas.openxmlformats.org/officeDocument/2006/relationships/slide" Target="slides/slide37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8" Type="http://schemas.openxmlformats.org/officeDocument/2006/relationships/slide" Target="slides/slide59.xml"/><Relationship Id="rId73" Type="http://schemas.openxmlformats.org/officeDocument/2006/relationships/slide" Target="slides/slide64.xml"/><Relationship Id="rId146" Type="http://schemas.openxmlformats.org/officeDocument/2006/relationships/slide" Target="slides/slide137.xml"/><Relationship Id="rId157" Type="http://schemas.openxmlformats.org/officeDocument/2006/relationships/notesMaster" Target="notesMasters/notesMaster1.xml"/><Relationship Id="rId158" Type="http://schemas.openxmlformats.org/officeDocument/2006/relationships/handoutMaster" Target="handoutMasters/handout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3543C3-9724-C480-AC59-B258987509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83F85-C0DC-BADA-9B3B-ECFCE0B70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708F-F928-44AA-9E39-1CE5E6A29F2F}" type="datetimeFigureOut">
              <a:rPr lang="en-ZA" smtClean="0"/>
              <a:t>2024/11/13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2E257-7195-6A8E-85E9-C48F5AD426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EBDCC-6173-8516-2DF1-2FAC914FA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4EB0-C377-4C06-81F2-16EBF9E3B7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047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D2789-A930-6040-B61A-9605A076CE6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2BC6D-189C-F049-B140-9C4F18CB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3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23.png"/><Relationship Id="rId9" Type="http://schemas.openxmlformats.org/officeDocument/2006/relationships/image" Target="../media/image24.svg"/><Relationship Id="rId10" Type="http://schemas.openxmlformats.org/officeDocument/2006/relationships/image" Target="../media/image33.png"/><Relationship Id="rId11" Type="http://schemas.openxmlformats.org/officeDocument/2006/relationships/image" Target="../media/image3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97B1660-02EC-5135-2810-6792F12B9192}"/>
              </a:ext>
            </a:extLst>
          </p:cNvPr>
          <p:cNvSpPr/>
          <p:nvPr userDrawn="1"/>
        </p:nvSpPr>
        <p:spPr>
          <a:xfrm>
            <a:off x="7797600" y="4579200"/>
            <a:ext cx="1296000" cy="5642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4F5E80-943C-3D64-98FF-78D1800F4F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/>
          <a:stretch/>
        </p:blipFill>
        <p:spPr>
          <a:xfrm>
            <a:off x="-6790" y="0"/>
            <a:ext cx="9157997" cy="5143500"/>
          </a:xfrm>
          <a:prstGeom prst="rect">
            <a:avLst/>
          </a:prstGeom>
        </p:spPr>
      </p:pic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E0FBD7D3-C91F-A45C-433D-C07788E2D829}"/>
              </a:ext>
            </a:extLst>
          </p:cNvPr>
          <p:cNvSpPr txBox="1">
            <a:spLocks/>
          </p:cNvSpPr>
          <p:nvPr userDrawn="1"/>
        </p:nvSpPr>
        <p:spPr>
          <a:xfrm>
            <a:off x="137447" y="4928445"/>
            <a:ext cx="1908329" cy="12206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">
                <a:solidFill>
                  <a:schemeClr val="bg1"/>
                </a:solidFill>
              </a:rPr>
              <a:t>CONFIDENTIAL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5DC0AA-FF93-BD01-3BAE-28519548C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518" r="16809"/>
          <a:stretch/>
        </p:blipFill>
        <p:spPr>
          <a:xfrm>
            <a:off x="172719" y="78394"/>
            <a:ext cx="2262587" cy="11068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3054AB-C2C5-62EF-3961-04DE87E7AAF5}"/>
              </a:ext>
            </a:extLst>
          </p:cNvPr>
          <p:cNvSpPr/>
          <p:nvPr userDrawn="1"/>
        </p:nvSpPr>
        <p:spPr>
          <a:xfrm>
            <a:off x="339090" y="1082040"/>
            <a:ext cx="8465820" cy="3642360"/>
          </a:xfrm>
          <a:prstGeom prst="rect">
            <a:avLst/>
          </a:prstGeom>
          <a:solidFill>
            <a:srgbClr val="FCFCF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886DE-DB76-8068-11F6-D1FCE3C41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2819" y="2938312"/>
            <a:ext cx="5128909" cy="369516"/>
          </a:xfrm>
          <a:prstGeom prst="rect">
            <a:avLst/>
          </a:prstGeom>
          <a:noFill/>
        </p:spPr>
        <p:txBody>
          <a:bodyPr anchor="ctr"/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C7F110-2ACC-AAFE-167E-447D77BA22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819" y="2109377"/>
            <a:ext cx="5128909" cy="744404"/>
          </a:xfrm>
          <a:prstGeom prst="rect">
            <a:avLst/>
          </a:prstGeom>
          <a:noFill/>
        </p:spPr>
        <p:txBody>
          <a:bodyPr anchor="ctr"/>
          <a:lstStyle>
            <a:lvl1pPr algn="r"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158F30-C8D9-2581-E2D6-A822E7C9274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521944" y="3392359"/>
            <a:ext cx="1119785" cy="169277"/>
          </a:xfrm>
          <a:prstGeom prst="rect">
            <a:avLst/>
          </a:prstGeom>
          <a:noFill/>
        </p:spPr>
        <p:txBody>
          <a:bodyPr anchor="ctr"/>
          <a:lstStyle>
            <a:lvl1pPr marL="0" indent="0" algn="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1AB43-3B38-A863-F264-CFE3323DDD3C}"/>
              </a:ext>
            </a:extLst>
          </p:cNvPr>
          <p:cNvSpPr/>
          <p:nvPr userDrawn="1"/>
        </p:nvSpPr>
        <p:spPr>
          <a:xfrm>
            <a:off x="172719" y="2406064"/>
            <a:ext cx="453701" cy="331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1AD91C-6B40-260D-5025-04F7182BC423}"/>
              </a:ext>
            </a:extLst>
          </p:cNvPr>
          <p:cNvSpPr/>
          <p:nvPr userDrawn="1"/>
        </p:nvSpPr>
        <p:spPr>
          <a:xfrm>
            <a:off x="172718" y="2737537"/>
            <a:ext cx="453701" cy="3313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E2D6E-A3B2-0E36-7673-3C5641C815CB}"/>
              </a:ext>
            </a:extLst>
          </p:cNvPr>
          <p:cNvSpPr/>
          <p:nvPr userDrawn="1"/>
        </p:nvSpPr>
        <p:spPr>
          <a:xfrm>
            <a:off x="172718" y="3060994"/>
            <a:ext cx="453701" cy="3313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05B0F7-3D86-7861-62DA-FD22723C996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30385" y="871453"/>
            <a:ext cx="3074525" cy="12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1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76E695D-4F99-C146-BF79-FFE528B4809C}"/>
              </a:ext>
            </a:extLst>
          </p:cNvPr>
          <p:cNvGrpSpPr/>
          <p:nvPr userDrawn="1"/>
        </p:nvGrpSpPr>
        <p:grpSpPr>
          <a:xfrm flipV="1">
            <a:off x="0" y="4286970"/>
            <a:ext cx="9144000" cy="141623"/>
            <a:chOff x="520454" y="1050704"/>
            <a:chExt cx="4054940" cy="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58183E-5C47-D298-646D-CB93ACA21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0454" y="1050704"/>
              <a:ext cx="1357460" cy="0"/>
            </a:xfrm>
            <a:prstGeom prst="line">
              <a:avLst/>
            </a:prstGeom>
            <a:ln w="38100">
              <a:solidFill>
                <a:srgbClr val="C726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EA0A87-0449-055D-E76B-A661A896B095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22" y="1050704"/>
              <a:ext cx="1357460" cy="0"/>
            </a:xfrm>
            <a:prstGeom prst="line">
              <a:avLst/>
            </a:prstGeom>
            <a:ln w="38100">
              <a:solidFill>
                <a:srgbClr val="0163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D460E2-5D46-0336-41F2-9BE4D7156901}"/>
                </a:ext>
              </a:extLst>
            </p:cNvPr>
            <p:cNvCxnSpPr>
              <a:cxnSpLocks/>
            </p:cNvCxnSpPr>
            <p:nvPr/>
          </p:nvCxnSpPr>
          <p:spPr>
            <a:xfrm>
              <a:off x="3217934" y="1050704"/>
              <a:ext cx="1357460" cy="0"/>
            </a:xfrm>
            <a:prstGeom prst="line">
              <a:avLst/>
            </a:prstGeom>
            <a:ln w="38100">
              <a:solidFill>
                <a:srgbClr val="039A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C49D9D4-B55A-CD82-D145-55AFC555EED1}"/>
              </a:ext>
            </a:extLst>
          </p:cNvPr>
          <p:cNvSpPr txBox="1"/>
          <p:nvPr userDrawn="1"/>
        </p:nvSpPr>
        <p:spPr>
          <a:xfrm>
            <a:off x="-75491" y="4886274"/>
            <a:ext cx="528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latin typeface="Arial Nova" panose="020B0504020202020204" pitchFamily="34" charset="0"/>
              </a:rPr>
              <a:t>© </a:t>
            </a:r>
            <a:r>
              <a:rPr lang="en-ZA" sz="600"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</a:p>
          <a:p>
            <a:pPr algn="ctr"/>
            <a:endParaRPr lang="en-US" sz="600" b="0" i="0">
              <a:latin typeface="Arial Nova" panose="020B0504020202020204" pitchFamily="34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084D8DE-0F3C-3448-710F-257AF8666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332" y="2776923"/>
            <a:ext cx="2346446" cy="723007"/>
          </a:xfrm>
          <a:prstGeom prst="rect">
            <a:avLst/>
          </a:prstGeom>
        </p:spPr>
      </p:pic>
      <p:pic>
        <p:nvPicPr>
          <p:cNvPr id="3" name="Picture 2" descr="A close-up of letters&#10;&#10;Description automatically generated">
            <a:extLst>
              <a:ext uri="{FF2B5EF4-FFF2-40B4-BE49-F238E27FC236}">
                <a16:creationId xmlns:a16="http://schemas.microsoft.com/office/drawing/2014/main" id="{BACC714E-98BC-C805-4162-E1CC41C69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624" y="806875"/>
            <a:ext cx="4393170" cy="1509502"/>
          </a:xfrm>
          <a:prstGeom prst="rect">
            <a:avLst/>
          </a:prstGeom>
        </p:spPr>
      </p:pic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82B7581-E571-347F-1E00-A7DD06380CEB}"/>
              </a:ext>
            </a:extLst>
          </p:cNvPr>
          <p:cNvSpPr txBox="1">
            <a:spLocks/>
          </p:cNvSpPr>
          <p:nvPr userDrawn="1"/>
        </p:nvSpPr>
        <p:spPr>
          <a:xfrm>
            <a:off x="588282" y="3625944"/>
            <a:ext cx="8053210" cy="268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>
                <a:solidFill>
                  <a:schemeClr val="tx1"/>
                </a:solidFill>
              </a:rPr>
              <a:t>Company address  |  Contact  |  Website</a:t>
            </a:r>
            <a:r>
              <a:rPr lang="en-GB" sz="1100">
                <a:solidFill>
                  <a:schemeClr val="accent5"/>
                </a:solidFill>
              </a:rPr>
              <a:t> |      </a:t>
            </a:r>
            <a:r>
              <a:rPr lang="en-GB" sz="1100">
                <a:solidFill>
                  <a:schemeClr val="tx1"/>
                </a:solidFill>
              </a:rPr>
              <a:t/>
            </a:r>
            <a:r>
              <a:rPr lang="en-GB" sz="1100">
                <a:solidFill>
                  <a:schemeClr val="accent5"/>
                </a:solidFill>
              </a:rPr>
              <a:t>|</a:t>
            </a:r>
            <a:r>
              <a:rPr lang="en-GB" sz="1100">
                <a:solidFill>
                  <a:schemeClr val="tx1"/>
                </a:solidFill>
              </a:rPr>
              <a:t/>
            </a:r>
          </a:p>
          <a:p>
            <a:endParaRPr lang="en-GB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36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6079D9D-C97B-D0D7-ACCC-017DFBBDF1E4}"/>
              </a:ext>
            </a:extLst>
          </p:cNvPr>
          <p:cNvGrpSpPr/>
          <p:nvPr userDrawn="1"/>
        </p:nvGrpSpPr>
        <p:grpSpPr>
          <a:xfrm>
            <a:off x="1107268" y="1094993"/>
            <a:ext cx="6929465" cy="567980"/>
            <a:chOff x="833119" y="1280189"/>
            <a:chExt cx="6929465" cy="5679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352CB75-B029-0B10-8EC0-5CADBD63D9A3}"/>
                </a:ext>
              </a:extLst>
            </p:cNvPr>
            <p:cNvSpPr/>
            <p:nvPr userDrawn="1"/>
          </p:nvSpPr>
          <p:spPr>
            <a:xfrm>
              <a:off x="833119" y="1280189"/>
              <a:ext cx="6929465" cy="5679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pic>
          <p:nvPicPr>
            <p:cNvPr id="49" name="Graphic 48" descr="Badge 1 with solid fill">
              <a:extLst>
                <a:ext uri="{FF2B5EF4-FFF2-40B4-BE49-F238E27FC236}">
                  <a16:creationId xmlns:a16="http://schemas.microsoft.com/office/drawing/2014/main" id="{6252C8A1-D0A3-582A-23B0-0BBD45DA9F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5695" y="1294179"/>
              <a:ext cx="540000" cy="540000"/>
            </a:xfrm>
            <a:prstGeom prst="rect">
              <a:avLst/>
            </a:prstGeom>
          </p:spPr>
        </p:pic>
      </p:grp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09747E6-92DE-5D8F-7651-7052D0683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5AC7893-96DA-512F-9894-1361DDE22C6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842704" y="1145642"/>
            <a:ext cx="58680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030BF33-CEA8-5A96-8320-29FCA7A82C86}"/>
              </a:ext>
            </a:extLst>
          </p:cNvPr>
          <p:cNvGrpSpPr/>
          <p:nvPr userDrawn="1"/>
        </p:nvGrpSpPr>
        <p:grpSpPr>
          <a:xfrm>
            <a:off x="1107268" y="3318432"/>
            <a:ext cx="6929465" cy="567980"/>
            <a:chOff x="1040387" y="1280189"/>
            <a:chExt cx="6929465" cy="56798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9E9F3FB-17AC-72F6-4446-73B1CC1C3F81}"/>
                </a:ext>
              </a:extLst>
            </p:cNvPr>
            <p:cNvSpPr/>
            <p:nvPr userDrawn="1"/>
          </p:nvSpPr>
          <p:spPr>
            <a:xfrm>
              <a:off x="1040387" y="1280189"/>
              <a:ext cx="6929465" cy="5679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pic>
          <p:nvPicPr>
            <p:cNvPr id="32" name="Graphic 31" descr="Badge 4 with solid fill">
              <a:extLst>
                <a:ext uri="{FF2B5EF4-FFF2-40B4-BE49-F238E27FC236}">
                  <a16:creationId xmlns:a16="http://schemas.microsoft.com/office/drawing/2014/main" id="{BCE174AE-8974-7688-43E3-0AF35165F7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64962" y="1294179"/>
              <a:ext cx="540000" cy="54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6F2C4C-935E-5FFD-B3B8-4569050740C7}"/>
              </a:ext>
            </a:extLst>
          </p:cNvPr>
          <p:cNvGrpSpPr/>
          <p:nvPr userDrawn="1"/>
        </p:nvGrpSpPr>
        <p:grpSpPr>
          <a:xfrm>
            <a:off x="1107268" y="2577286"/>
            <a:ext cx="6929465" cy="567980"/>
            <a:chOff x="1040387" y="1280189"/>
            <a:chExt cx="6929465" cy="56798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153B4F8-4161-82DC-47AB-53DED8195998}"/>
                </a:ext>
              </a:extLst>
            </p:cNvPr>
            <p:cNvSpPr/>
            <p:nvPr userDrawn="1"/>
          </p:nvSpPr>
          <p:spPr>
            <a:xfrm>
              <a:off x="1040387" y="1280189"/>
              <a:ext cx="6929465" cy="5679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pic>
          <p:nvPicPr>
            <p:cNvPr id="35" name="Graphic 34" descr="Badge 3 with solid fill">
              <a:extLst>
                <a:ext uri="{FF2B5EF4-FFF2-40B4-BE49-F238E27FC236}">
                  <a16:creationId xmlns:a16="http://schemas.microsoft.com/office/drawing/2014/main" id="{2120C5C6-C064-0DAF-6340-7CC9D74E4D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66617" y="1294179"/>
              <a:ext cx="540000" cy="5400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E87DD66-2163-DEEA-1D5B-5991F4CB631B}"/>
              </a:ext>
            </a:extLst>
          </p:cNvPr>
          <p:cNvGrpSpPr/>
          <p:nvPr userDrawn="1"/>
        </p:nvGrpSpPr>
        <p:grpSpPr>
          <a:xfrm>
            <a:off x="1107268" y="1836140"/>
            <a:ext cx="6929465" cy="567980"/>
            <a:chOff x="1040387" y="1280189"/>
            <a:chExt cx="6929465" cy="56798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DD9EC7A-7252-8912-0947-84F0691F3389}"/>
                </a:ext>
              </a:extLst>
            </p:cNvPr>
            <p:cNvSpPr/>
            <p:nvPr userDrawn="1"/>
          </p:nvSpPr>
          <p:spPr>
            <a:xfrm>
              <a:off x="1040387" y="1280189"/>
              <a:ext cx="6929465" cy="5679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pic>
          <p:nvPicPr>
            <p:cNvPr id="41" name="Graphic 40" descr="Badge with solid fill">
              <a:extLst>
                <a:ext uri="{FF2B5EF4-FFF2-40B4-BE49-F238E27FC236}">
                  <a16:creationId xmlns:a16="http://schemas.microsoft.com/office/drawing/2014/main" id="{3FDD491D-07E9-4803-5064-17FFB611EE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168745" y="1294178"/>
              <a:ext cx="540000" cy="540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C2DF2D6-3553-ECD5-FEEF-62AF94CE4640}"/>
              </a:ext>
            </a:extLst>
          </p:cNvPr>
          <p:cNvGrpSpPr/>
          <p:nvPr userDrawn="1"/>
        </p:nvGrpSpPr>
        <p:grpSpPr>
          <a:xfrm>
            <a:off x="1107268" y="4059579"/>
            <a:ext cx="6929465" cy="567980"/>
            <a:chOff x="1040387" y="1280189"/>
            <a:chExt cx="6929465" cy="56798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122D741-3580-9049-EDEE-5F58A58F3829}"/>
                </a:ext>
              </a:extLst>
            </p:cNvPr>
            <p:cNvSpPr/>
            <p:nvPr userDrawn="1"/>
          </p:nvSpPr>
          <p:spPr>
            <a:xfrm>
              <a:off x="1040387" y="1280189"/>
              <a:ext cx="6929465" cy="5679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pic>
          <p:nvPicPr>
            <p:cNvPr id="46" name="Graphic 45" descr="Badge 5 with solid fill">
              <a:extLst>
                <a:ext uri="{FF2B5EF4-FFF2-40B4-BE49-F238E27FC236}">
                  <a16:creationId xmlns:a16="http://schemas.microsoft.com/office/drawing/2014/main" id="{6D60CE38-3C26-CE75-75A3-0B2A58F20C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164962" y="1294179"/>
              <a:ext cx="540000" cy="540000"/>
            </a:xfrm>
            <a:prstGeom prst="rect">
              <a:avLst/>
            </a:prstGeom>
          </p:spPr>
        </p:pic>
      </p:grp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EF5D57BF-34B5-AF7B-FF13-65AFAB719D1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842704" y="1886788"/>
            <a:ext cx="58680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60349EB8-4368-6CC0-32DF-1DAA83456B8B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842704" y="2620620"/>
            <a:ext cx="58680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FD8968CE-4517-541F-62CA-B12F9FEE1B61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842704" y="3369081"/>
            <a:ext cx="58680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3207FCD-7612-57FA-6686-116F996081A5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842704" y="4110228"/>
            <a:ext cx="5868000" cy="46668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0332255-7C55-B5B8-63D8-B26F269CA0C7}"/>
              </a:ext>
            </a:extLst>
          </p:cNvPr>
          <p:cNvSpPr/>
          <p:nvPr userDrawn="1"/>
        </p:nvSpPr>
        <p:spPr>
          <a:xfrm flipV="1">
            <a:off x="1190810" y="1556"/>
            <a:ext cx="6762381" cy="891800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8600AF-05CC-DBA4-AF10-A5F229AEC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415" y="264777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2849774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93093-8AC4-34F1-D466-EB8594D91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FE4651-0003-F4AB-8C21-B554871F5179}"/>
              </a:ext>
            </a:extLst>
          </p:cNvPr>
          <p:cNvGrpSpPr/>
          <p:nvPr userDrawn="1"/>
        </p:nvGrpSpPr>
        <p:grpSpPr>
          <a:xfrm>
            <a:off x="4726491" y="2491416"/>
            <a:ext cx="1145301" cy="1287432"/>
            <a:chOff x="12600802" y="6643776"/>
            <a:chExt cx="3054135" cy="3433152"/>
          </a:xfrm>
        </p:grpSpPr>
        <p:sp>
          <p:nvSpPr>
            <p:cNvPr id="5" name="Freeform 65">
              <a:extLst>
                <a:ext uri="{FF2B5EF4-FFF2-40B4-BE49-F238E27FC236}">
                  <a16:creationId xmlns:a16="http://schemas.microsoft.com/office/drawing/2014/main" id="{D0A26ABF-D21A-B102-8959-3B3053A49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0804" y="7632524"/>
              <a:ext cx="1527067" cy="2444404"/>
            </a:xfrm>
            <a:custGeom>
              <a:avLst/>
              <a:gdLst>
                <a:gd name="T0" fmla="*/ 899 w 1226"/>
                <a:gd name="T1" fmla="*/ 583 h 1963"/>
                <a:gd name="T2" fmla="*/ 0 w 1226"/>
                <a:gd name="T3" fmla="*/ 0 h 1963"/>
                <a:gd name="T4" fmla="*/ 0 w 1226"/>
                <a:gd name="T5" fmla="*/ 1167 h 1963"/>
                <a:gd name="T6" fmla="*/ 1225 w 1226"/>
                <a:gd name="T7" fmla="*/ 1962 h 1963"/>
                <a:gd name="T8" fmla="*/ 1225 w 1226"/>
                <a:gd name="T9" fmla="*/ 795 h 1963"/>
                <a:gd name="T10" fmla="*/ 899 w 1226"/>
                <a:gd name="T11" fmla="*/ 583 h 1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6" h="1963">
                  <a:moveTo>
                    <a:pt x="899" y="583"/>
                  </a:moveTo>
                  <a:lnTo>
                    <a:pt x="0" y="0"/>
                  </a:lnTo>
                  <a:lnTo>
                    <a:pt x="0" y="1167"/>
                  </a:lnTo>
                  <a:lnTo>
                    <a:pt x="1225" y="1962"/>
                  </a:lnTo>
                  <a:lnTo>
                    <a:pt x="1225" y="795"/>
                  </a:lnTo>
                  <a:lnTo>
                    <a:pt x="899" y="583"/>
                  </a:lnTo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6" name="Freeform 66">
              <a:extLst>
                <a:ext uri="{FF2B5EF4-FFF2-40B4-BE49-F238E27FC236}">
                  <a16:creationId xmlns:a16="http://schemas.microsoft.com/office/drawing/2014/main" id="{FBF2EFA9-1A88-068C-1BB3-9275D469D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7870" y="7632524"/>
              <a:ext cx="1527067" cy="2444404"/>
            </a:xfrm>
            <a:custGeom>
              <a:avLst/>
              <a:gdLst>
                <a:gd name="T0" fmla="*/ 326 w 1227"/>
                <a:gd name="T1" fmla="*/ 583 h 1963"/>
                <a:gd name="T2" fmla="*/ 0 w 1227"/>
                <a:gd name="T3" fmla="*/ 795 h 1963"/>
                <a:gd name="T4" fmla="*/ 0 w 1227"/>
                <a:gd name="T5" fmla="*/ 1962 h 1963"/>
                <a:gd name="T6" fmla="*/ 1226 w 1227"/>
                <a:gd name="T7" fmla="*/ 1167 h 1963"/>
                <a:gd name="T8" fmla="*/ 1226 w 1227"/>
                <a:gd name="T9" fmla="*/ 0 h 1963"/>
                <a:gd name="T10" fmla="*/ 326 w 1227"/>
                <a:gd name="T11" fmla="*/ 583 h 1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7" h="1963">
                  <a:moveTo>
                    <a:pt x="326" y="583"/>
                  </a:moveTo>
                  <a:lnTo>
                    <a:pt x="0" y="795"/>
                  </a:lnTo>
                  <a:lnTo>
                    <a:pt x="0" y="1962"/>
                  </a:lnTo>
                  <a:lnTo>
                    <a:pt x="1226" y="1167"/>
                  </a:lnTo>
                  <a:lnTo>
                    <a:pt x="1226" y="0"/>
                  </a:lnTo>
                  <a:lnTo>
                    <a:pt x="326" y="583"/>
                  </a:lnTo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7" name="Freeform 67">
              <a:extLst>
                <a:ext uri="{FF2B5EF4-FFF2-40B4-BE49-F238E27FC236}">
                  <a16:creationId xmlns:a16="http://schemas.microsoft.com/office/drawing/2014/main" id="{606D68F8-8969-4ACB-7CDE-19746B95F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0802" y="6643776"/>
              <a:ext cx="3054134" cy="1982987"/>
            </a:xfrm>
            <a:custGeom>
              <a:avLst/>
              <a:gdLst>
                <a:gd name="T0" fmla="*/ 1225 w 2452"/>
                <a:gd name="T1" fmla="*/ 0 h 1591"/>
                <a:gd name="T2" fmla="*/ 0 w 2452"/>
                <a:gd name="T3" fmla="*/ 795 h 1591"/>
                <a:gd name="T4" fmla="*/ 899 w 2452"/>
                <a:gd name="T5" fmla="*/ 1378 h 1591"/>
                <a:gd name="T6" fmla="*/ 1225 w 2452"/>
                <a:gd name="T7" fmla="*/ 1590 h 1591"/>
                <a:gd name="T8" fmla="*/ 1551 w 2452"/>
                <a:gd name="T9" fmla="*/ 1378 h 1591"/>
                <a:gd name="T10" fmla="*/ 2451 w 2452"/>
                <a:gd name="T11" fmla="*/ 795 h 1591"/>
                <a:gd name="T12" fmla="*/ 1225 w 2452"/>
                <a:gd name="T13" fmla="*/ 0 h 1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52" h="1591">
                  <a:moveTo>
                    <a:pt x="1225" y="0"/>
                  </a:moveTo>
                  <a:lnTo>
                    <a:pt x="0" y="795"/>
                  </a:lnTo>
                  <a:lnTo>
                    <a:pt x="899" y="1378"/>
                  </a:lnTo>
                  <a:lnTo>
                    <a:pt x="1225" y="1590"/>
                  </a:lnTo>
                  <a:lnTo>
                    <a:pt x="1551" y="1378"/>
                  </a:lnTo>
                  <a:lnTo>
                    <a:pt x="2451" y="795"/>
                  </a:lnTo>
                  <a:lnTo>
                    <a:pt x="1225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68C6696-0CF2-DCE3-E10A-91D7D0A1E3C4}"/>
              </a:ext>
            </a:extLst>
          </p:cNvPr>
          <p:cNvGrpSpPr/>
          <p:nvPr userDrawn="1"/>
        </p:nvGrpSpPr>
        <p:grpSpPr>
          <a:xfrm>
            <a:off x="5987145" y="2491416"/>
            <a:ext cx="1145301" cy="1608775"/>
            <a:chOff x="15962546" y="6643776"/>
            <a:chExt cx="3054136" cy="4290067"/>
          </a:xfrm>
        </p:grpSpPr>
        <p:sp>
          <p:nvSpPr>
            <p:cNvPr id="9" name="Freeform 68">
              <a:extLst>
                <a:ext uri="{FF2B5EF4-FFF2-40B4-BE49-F238E27FC236}">
                  <a16:creationId xmlns:a16="http://schemas.microsoft.com/office/drawing/2014/main" id="{233C0A6F-3A45-F05E-CE20-A1025CDDD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2546" y="6643776"/>
              <a:ext cx="3054134" cy="1982987"/>
            </a:xfrm>
            <a:custGeom>
              <a:avLst/>
              <a:gdLst>
                <a:gd name="T0" fmla="*/ 2452 w 2453"/>
                <a:gd name="T1" fmla="*/ 795 h 1591"/>
                <a:gd name="T2" fmla="*/ 1226 w 2453"/>
                <a:gd name="T3" fmla="*/ 0 h 1591"/>
                <a:gd name="T4" fmla="*/ 0 w 2453"/>
                <a:gd name="T5" fmla="*/ 795 h 1591"/>
                <a:gd name="T6" fmla="*/ 1226 w 2453"/>
                <a:gd name="T7" fmla="*/ 1590 h 1591"/>
                <a:gd name="T8" fmla="*/ 2452 w 2453"/>
                <a:gd name="T9" fmla="*/ 795 h 1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3" h="1591">
                  <a:moveTo>
                    <a:pt x="2452" y="795"/>
                  </a:moveTo>
                  <a:lnTo>
                    <a:pt x="1226" y="0"/>
                  </a:lnTo>
                  <a:lnTo>
                    <a:pt x="0" y="795"/>
                  </a:lnTo>
                  <a:lnTo>
                    <a:pt x="1226" y="1590"/>
                  </a:lnTo>
                  <a:lnTo>
                    <a:pt x="2452" y="79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10" name="Freeform 69">
              <a:extLst>
                <a:ext uri="{FF2B5EF4-FFF2-40B4-BE49-F238E27FC236}">
                  <a16:creationId xmlns:a16="http://schemas.microsoft.com/office/drawing/2014/main" id="{7B555B80-587A-8009-60E7-7139CCDFA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2548" y="7632524"/>
              <a:ext cx="1527067" cy="3301319"/>
            </a:xfrm>
            <a:custGeom>
              <a:avLst/>
              <a:gdLst>
                <a:gd name="T0" fmla="*/ 0 w 1227"/>
                <a:gd name="T1" fmla="*/ 0 h 2649"/>
                <a:gd name="T2" fmla="*/ 0 w 1227"/>
                <a:gd name="T3" fmla="*/ 1853 h 2649"/>
                <a:gd name="T4" fmla="*/ 1226 w 1227"/>
                <a:gd name="T5" fmla="*/ 2648 h 2649"/>
                <a:gd name="T6" fmla="*/ 1226 w 1227"/>
                <a:gd name="T7" fmla="*/ 1058 h 2649"/>
                <a:gd name="T8" fmla="*/ 1226 w 1227"/>
                <a:gd name="T9" fmla="*/ 795 h 2649"/>
                <a:gd name="T10" fmla="*/ 0 w 1227"/>
                <a:gd name="T11" fmla="*/ 0 h 2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7" h="2649">
                  <a:moveTo>
                    <a:pt x="0" y="0"/>
                  </a:moveTo>
                  <a:lnTo>
                    <a:pt x="0" y="1853"/>
                  </a:lnTo>
                  <a:lnTo>
                    <a:pt x="1226" y="2648"/>
                  </a:lnTo>
                  <a:lnTo>
                    <a:pt x="1226" y="1058"/>
                  </a:lnTo>
                  <a:lnTo>
                    <a:pt x="1226" y="795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11" name="Freeform 70">
              <a:extLst>
                <a:ext uri="{FF2B5EF4-FFF2-40B4-BE49-F238E27FC236}">
                  <a16:creationId xmlns:a16="http://schemas.microsoft.com/office/drawing/2014/main" id="{67999C49-8803-7FE8-DD8B-9A6A746B1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9615" y="7632524"/>
              <a:ext cx="1527067" cy="3301319"/>
            </a:xfrm>
            <a:custGeom>
              <a:avLst/>
              <a:gdLst>
                <a:gd name="T0" fmla="*/ 0 w 1227"/>
                <a:gd name="T1" fmla="*/ 795 h 2649"/>
                <a:gd name="T2" fmla="*/ 0 w 1227"/>
                <a:gd name="T3" fmla="*/ 1058 h 2649"/>
                <a:gd name="T4" fmla="*/ 0 w 1227"/>
                <a:gd name="T5" fmla="*/ 2648 h 2649"/>
                <a:gd name="T6" fmla="*/ 1226 w 1227"/>
                <a:gd name="T7" fmla="*/ 1853 h 2649"/>
                <a:gd name="T8" fmla="*/ 1226 w 1227"/>
                <a:gd name="T9" fmla="*/ 0 h 2649"/>
                <a:gd name="T10" fmla="*/ 0 w 1227"/>
                <a:gd name="T11" fmla="*/ 795 h 2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7" h="2649">
                  <a:moveTo>
                    <a:pt x="0" y="795"/>
                  </a:moveTo>
                  <a:lnTo>
                    <a:pt x="0" y="1058"/>
                  </a:lnTo>
                  <a:lnTo>
                    <a:pt x="0" y="2648"/>
                  </a:lnTo>
                  <a:lnTo>
                    <a:pt x="1226" y="1853"/>
                  </a:lnTo>
                  <a:lnTo>
                    <a:pt x="1226" y="0"/>
                  </a:lnTo>
                  <a:lnTo>
                    <a:pt x="0" y="795"/>
                  </a:lnTo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53B132-2265-FB08-18C3-DABB8EB0E7FB}"/>
              </a:ext>
            </a:extLst>
          </p:cNvPr>
          <p:cNvGrpSpPr/>
          <p:nvPr userDrawn="1"/>
        </p:nvGrpSpPr>
        <p:grpSpPr>
          <a:xfrm>
            <a:off x="7249859" y="2491416"/>
            <a:ext cx="1145301" cy="2249402"/>
            <a:chOff x="19329783" y="6643776"/>
            <a:chExt cx="3054136" cy="5998404"/>
          </a:xfrm>
        </p:grpSpPr>
        <p:sp>
          <p:nvSpPr>
            <p:cNvPr id="13" name="Freeform 71">
              <a:extLst>
                <a:ext uri="{FF2B5EF4-FFF2-40B4-BE49-F238E27FC236}">
                  <a16:creationId xmlns:a16="http://schemas.microsoft.com/office/drawing/2014/main" id="{49DC1B99-1769-EF7E-A985-4F2A79E71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9783" y="6643776"/>
              <a:ext cx="3054134" cy="1982987"/>
            </a:xfrm>
            <a:custGeom>
              <a:avLst/>
              <a:gdLst>
                <a:gd name="T0" fmla="*/ 2452 w 2453"/>
                <a:gd name="T1" fmla="*/ 795 h 1591"/>
                <a:gd name="T2" fmla="*/ 1227 w 2453"/>
                <a:gd name="T3" fmla="*/ 0 h 1591"/>
                <a:gd name="T4" fmla="*/ 0 w 2453"/>
                <a:gd name="T5" fmla="*/ 795 h 1591"/>
                <a:gd name="T6" fmla="*/ 1227 w 2453"/>
                <a:gd name="T7" fmla="*/ 1590 h 1591"/>
                <a:gd name="T8" fmla="*/ 2452 w 2453"/>
                <a:gd name="T9" fmla="*/ 795 h 1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3" h="1591">
                  <a:moveTo>
                    <a:pt x="2452" y="795"/>
                  </a:moveTo>
                  <a:lnTo>
                    <a:pt x="1227" y="0"/>
                  </a:lnTo>
                  <a:lnTo>
                    <a:pt x="0" y="795"/>
                  </a:lnTo>
                  <a:lnTo>
                    <a:pt x="1227" y="1590"/>
                  </a:lnTo>
                  <a:lnTo>
                    <a:pt x="2452" y="79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14" name="Freeform 72">
              <a:extLst>
                <a:ext uri="{FF2B5EF4-FFF2-40B4-BE49-F238E27FC236}">
                  <a16:creationId xmlns:a16="http://schemas.microsoft.com/office/drawing/2014/main" id="{E84F6ACC-D786-5D5F-783B-8A92E607F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9785" y="7632522"/>
              <a:ext cx="1527067" cy="5009658"/>
            </a:xfrm>
            <a:custGeom>
              <a:avLst/>
              <a:gdLst>
                <a:gd name="T0" fmla="*/ 0 w 1228"/>
                <a:gd name="T1" fmla="*/ 0 h 4020"/>
                <a:gd name="T2" fmla="*/ 0 w 1228"/>
                <a:gd name="T3" fmla="*/ 3224 h 4020"/>
                <a:gd name="T4" fmla="*/ 1227 w 1228"/>
                <a:gd name="T5" fmla="*/ 4019 h 4020"/>
                <a:gd name="T6" fmla="*/ 1227 w 1228"/>
                <a:gd name="T7" fmla="*/ 2429 h 4020"/>
                <a:gd name="T8" fmla="*/ 1227 w 1228"/>
                <a:gd name="T9" fmla="*/ 795 h 4020"/>
                <a:gd name="T10" fmla="*/ 0 w 1228"/>
                <a:gd name="T11" fmla="*/ 0 h 4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8" h="4020">
                  <a:moveTo>
                    <a:pt x="0" y="0"/>
                  </a:moveTo>
                  <a:lnTo>
                    <a:pt x="0" y="3224"/>
                  </a:lnTo>
                  <a:lnTo>
                    <a:pt x="1227" y="4019"/>
                  </a:lnTo>
                  <a:lnTo>
                    <a:pt x="1227" y="2429"/>
                  </a:lnTo>
                  <a:lnTo>
                    <a:pt x="1227" y="795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alpha val="6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15" name="Freeform 73">
              <a:extLst>
                <a:ext uri="{FF2B5EF4-FFF2-40B4-BE49-F238E27FC236}">
                  <a16:creationId xmlns:a16="http://schemas.microsoft.com/office/drawing/2014/main" id="{FD17A4C5-37A4-0955-5BFF-4F1A00181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6852" y="7632522"/>
              <a:ext cx="1527067" cy="5009658"/>
            </a:xfrm>
            <a:custGeom>
              <a:avLst/>
              <a:gdLst>
                <a:gd name="T0" fmla="*/ 0 w 1226"/>
                <a:gd name="T1" fmla="*/ 795 h 4020"/>
                <a:gd name="T2" fmla="*/ 0 w 1226"/>
                <a:gd name="T3" fmla="*/ 2429 h 4020"/>
                <a:gd name="T4" fmla="*/ 0 w 1226"/>
                <a:gd name="T5" fmla="*/ 4019 h 4020"/>
                <a:gd name="T6" fmla="*/ 1225 w 1226"/>
                <a:gd name="T7" fmla="*/ 3224 h 4020"/>
                <a:gd name="T8" fmla="*/ 1225 w 1226"/>
                <a:gd name="T9" fmla="*/ 0 h 4020"/>
                <a:gd name="T10" fmla="*/ 0 w 1226"/>
                <a:gd name="T11" fmla="*/ 795 h 4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6" h="4020">
                  <a:moveTo>
                    <a:pt x="0" y="795"/>
                  </a:moveTo>
                  <a:lnTo>
                    <a:pt x="0" y="2429"/>
                  </a:lnTo>
                  <a:lnTo>
                    <a:pt x="0" y="4019"/>
                  </a:lnTo>
                  <a:lnTo>
                    <a:pt x="1225" y="3224"/>
                  </a:lnTo>
                  <a:lnTo>
                    <a:pt x="1225" y="0"/>
                  </a:lnTo>
                  <a:lnTo>
                    <a:pt x="0" y="795"/>
                  </a:lnTo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0DF2A8-C0B8-FB81-795E-B662E72ED893}"/>
              </a:ext>
            </a:extLst>
          </p:cNvPr>
          <p:cNvGrpSpPr/>
          <p:nvPr userDrawn="1"/>
        </p:nvGrpSpPr>
        <p:grpSpPr>
          <a:xfrm>
            <a:off x="7779253" y="1900226"/>
            <a:ext cx="795119" cy="926951"/>
            <a:chOff x="20741498" y="5067270"/>
            <a:chExt cx="2120317" cy="2471870"/>
          </a:xfrm>
        </p:grpSpPr>
        <p:sp>
          <p:nvSpPr>
            <p:cNvPr id="17" name="Freeform 74">
              <a:extLst>
                <a:ext uri="{FF2B5EF4-FFF2-40B4-BE49-F238E27FC236}">
                  <a16:creationId xmlns:a16="http://schemas.microsoft.com/office/drawing/2014/main" id="{DFD22A45-3D50-4DAC-FFCB-BFABCBC2B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1498" y="5341922"/>
              <a:ext cx="2120317" cy="1060159"/>
            </a:xfrm>
            <a:custGeom>
              <a:avLst/>
              <a:gdLst>
                <a:gd name="T0" fmla="*/ 82 w 1702"/>
                <a:gd name="T1" fmla="*/ 178 h 851"/>
                <a:gd name="T2" fmla="*/ 82 w 1702"/>
                <a:gd name="T3" fmla="*/ 178 h 851"/>
                <a:gd name="T4" fmla="*/ 782 w 1702"/>
                <a:gd name="T5" fmla="*/ 261 h 851"/>
                <a:gd name="T6" fmla="*/ 782 w 1702"/>
                <a:gd name="T7" fmla="*/ 261 h 851"/>
                <a:gd name="T8" fmla="*/ 1701 w 1702"/>
                <a:gd name="T9" fmla="*/ 190 h 851"/>
                <a:gd name="T10" fmla="*/ 1701 w 1702"/>
                <a:gd name="T11" fmla="*/ 190 h 851"/>
                <a:gd name="T12" fmla="*/ 703 w 1702"/>
                <a:gd name="T13" fmla="*/ 700 h 851"/>
                <a:gd name="T14" fmla="*/ 703 w 1702"/>
                <a:gd name="T15" fmla="*/ 700 h 851"/>
                <a:gd name="T16" fmla="*/ 82 w 1702"/>
                <a:gd name="T17" fmla="*/ 722 h 851"/>
                <a:gd name="T18" fmla="*/ 82 w 1702"/>
                <a:gd name="T19" fmla="*/ 178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2" h="851">
                  <a:moveTo>
                    <a:pt x="82" y="178"/>
                  </a:moveTo>
                  <a:lnTo>
                    <a:pt x="82" y="178"/>
                  </a:lnTo>
                  <a:cubicBezTo>
                    <a:pt x="82" y="178"/>
                    <a:pt x="534" y="0"/>
                    <a:pt x="782" y="261"/>
                  </a:cubicBezTo>
                  <a:lnTo>
                    <a:pt x="782" y="261"/>
                  </a:lnTo>
                  <a:cubicBezTo>
                    <a:pt x="1029" y="521"/>
                    <a:pt x="1701" y="190"/>
                    <a:pt x="1701" y="190"/>
                  </a:cubicBezTo>
                  <a:lnTo>
                    <a:pt x="1701" y="190"/>
                  </a:lnTo>
                  <a:cubicBezTo>
                    <a:pt x="1701" y="190"/>
                    <a:pt x="1407" y="850"/>
                    <a:pt x="703" y="700"/>
                  </a:cubicBezTo>
                  <a:lnTo>
                    <a:pt x="703" y="700"/>
                  </a:lnTo>
                  <a:cubicBezTo>
                    <a:pt x="0" y="549"/>
                    <a:pt x="82" y="722"/>
                    <a:pt x="82" y="722"/>
                  </a:cubicBezTo>
                  <a:lnTo>
                    <a:pt x="82" y="178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18" name="Freeform 75">
              <a:extLst>
                <a:ext uri="{FF2B5EF4-FFF2-40B4-BE49-F238E27FC236}">
                  <a16:creationId xmlns:a16="http://schemas.microsoft.com/office/drawing/2014/main" id="{72CBA84A-F1AC-E599-5735-E89003943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29386" y="5182625"/>
              <a:ext cx="38449" cy="2356515"/>
            </a:xfrm>
            <a:custGeom>
              <a:avLst/>
              <a:gdLst>
                <a:gd name="T0" fmla="*/ 32 w 33"/>
                <a:gd name="T1" fmla="*/ 1891 h 1892"/>
                <a:gd name="T2" fmla="*/ 0 w 33"/>
                <a:gd name="T3" fmla="*/ 1891 h 1892"/>
                <a:gd name="T4" fmla="*/ 0 w 33"/>
                <a:gd name="T5" fmla="*/ 0 h 1892"/>
                <a:gd name="T6" fmla="*/ 32 w 33"/>
                <a:gd name="T7" fmla="*/ 0 h 1892"/>
                <a:gd name="T8" fmla="*/ 32 w 33"/>
                <a:gd name="T9" fmla="*/ 189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892">
                  <a:moveTo>
                    <a:pt x="32" y="1891"/>
                  </a:moveTo>
                  <a:lnTo>
                    <a:pt x="0" y="1891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1891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  <p:sp>
          <p:nvSpPr>
            <p:cNvPr id="19" name="Freeform 76">
              <a:extLst>
                <a:ext uri="{FF2B5EF4-FFF2-40B4-BE49-F238E27FC236}">
                  <a16:creationId xmlns:a16="http://schemas.microsoft.com/office/drawing/2014/main" id="{5914EC76-FCDD-BBC1-541B-C7C47FAC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6991" y="5067270"/>
              <a:ext cx="208735" cy="208735"/>
            </a:xfrm>
            <a:custGeom>
              <a:avLst/>
              <a:gdLst>
                <a:gd name="T0" fmla="*/ 165 w 166"/>
                <a:gd name="T1" fmla="*/ 83 h 166"/>
                <a:gd name="T2" fmla="*/ 165 w 166"/>
                <a:gd name="T3" fmla="*/ 83 h 166"/>
                <a:gd name="T4" fmla="*/ 82 w 166"/>
                <a:gd name="T5" fmla="*/ 165 h 166"/>
                <a:gd name="T6" fmla="*/ 82 w 166"/>
                <a:gd name="T7" fmla="*/ 165 h 166"/>
                <a:gd name="T8" fmla="*/ 0 w 166"/>
                <a:gd name="T9" fmla="*/ 83 h 166"/>
                <a:gd name="T10" fmla="*/ 0 w 166"/>
                <a:gd name="T11" fmla="*/ 83 h 166"/>
                <a:gd name="T12" fmla="*/ 82 w 166"/>
                <a:gd name="T13" fmla="*/ 0 h 166"/>
                <a:gd name="T14" fmla="*/ 82 w 166"/>
                <a:gd name="T15" fmla="*/ 0 h 166"/>
                <a:gd name="T16" fmla="*/ 165 w 166"/>
                <a:gd name="T17" fmla="*/ 8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" h="166">
                  <a:moveTo>
                    <a:pt x="165" y="83"/>
                  </a:moveTo>
                  <a:lnTo>
                    <a:pt x="165" y="83"/>
                  </a:lnTo>
                  <a:cubicBezTo>
                    <a:pt x="165" y="128"/>
                    <a:pt x="127" y="165"/>
                    <a:pt x="82" y="165"/>
                  </a:cubicBezTo>
                  <a:lnTo>
                    <a:pt x="82" y="165"/>
                  </a:lnTo>
                  <a:cubicBezTo>
                    <a:pt x="37" y="165"/>
                    <a:pt x="0" y="128"/>
                    <a:pt x="0" y="83"/>
                  </a:cubicBezTo>
                  <a:lnTo>
                    <a:pt x="0" y="83"/>
                  </a:lnTo>
                  <a:cubicBezTo>
                    <a:pt x="0" y="37"/>
                    <a:pt x="37" y="0"/>
                    <a:pt x="82" y="0"/>
                  </a:cubicBezTo>
                  <a:lnTo>
                    <a:pt x="82" y="0"/>
                  </a:lnTo>
                  <a:cubicBezTo>
                    <a:pt x="127" y="0"/>
                    <a:pt x="165" y="37"/>
                    <a:pt x="165" y="83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350">
                <a:latin typeface="Poppins" pitchFamily="2" charset="77"/>
              </a:endParaRPr>
            </a:p>
          </p:txBody>
        </p:sp>
      </p:grpSp>
      <p:sp>
        <p:nvSpPr>
          <p:cNvPr id="20" name="Freeform 33">
            <a:extLst>
              <a:ext uri="{FF2B5EF4-FFF2-40B4-BE49-F238E27FC236}">
                <a16:creationId xmlns:a16="http://schemas.microsoft.com/office/drawing/2014/main" id="{D47F8246-B969-F901-386B-2AE33744AF90}"/>
              </a:ext>
            </a:extLst>
          </p:cNvPr>
          <p:cNvSpPr/>
          <p:nvPr userDrawn="1"/>
        </p:nvSpPr>
        <p:spPr>
          <a:xfrm>
            <a:off x="5301101" y="1381722"/>
            <a:ext cx="2517635" cy="1030610"/>
          </a:xfrm>
          <a:custGeom>
            <a:avLst/>
            <a:gdLst>
              <a:gd name="connsiteX0" fmla="*/ 0 w 6705600"/>
              <a:gd name="connsiteY0" fmla="*/ 2758766 h 2758766"/>
              <a:gd name="connsiteX1" fmla="*/ 2133600 w 6705600"/>
              <a:gd name="connsiteY1" fmla="*/ 1074345 h 2758766"/>
              <a:gd name="connsiteX2" fmla="*/ 3240505 w 6705600"/>
              <a:gd name="connsiteY2" fmla="*/ 1876450 h 2758766"/>
              <a:gd name="connsiteX3" fmla="*/ 5983705 w 6705600"/>
              <a:gd name="connsiteY3" fmla="*/ 15566 h 2758766"/>
              <a:gd name="connsiteX4" fmla="*/ 6705600 w 6705600"/>
              <a:gd name="connsiteY4" fmla="*/ 994135 h 2758766"/>
              <a:gd name="connsiteX0" fmla="*/ 0 w 6705600"/>
              <a:gd name="connsiteY0" fmla="*/ 2758766 h 2758766"/>
              <a:gd name="connsiteX1" fmla="*/ 2133600 w 6705600"/>
              <a:gd name="connsiteY1" fmla="*/ 1074345 h 2758766"/>
              <a:gd name="connsiteX2" fmla="*/ 3240505 w 6705600"/>
              <a:gd name="connsiteY2" fmla="*/ 1876450 h 2758766"/>
              <a:gd name="connsiteX3" fmla="*/ 5983705 w 6705600"/>
              <a:gd name="connsiteY3" fmla="*/ 15566 h 2758766"/>
              <a:gd name="connsiteX4" fmla="*/ 6705600 w 6705600"/>
              <a:gd name="connsiteY4" fmla="*/ 994135 h 2758766"/>
              <a:gd name="connsiteX0" fmla="*/ 0 w 6705600"/>
              <a:gd name="connsiteY0" fmla="*/ 2758766 h 2758766"/>
              <a:gd name="connsiteX1" fmla="*/ 2133600 w 6705600"/>
              <a:gd name="connsiteY1" fmla="*/ 1074345 h 2758766"/>
              <a:gd name="connsiteX2" fmla="*/ 3240505 w 6705600"/>
              <a:gd name="connsiteY2" fmla="*/ 1876450 h 2758766"/>
              <a:gd name="connsiteX3" fmla="*/ 5983705 w 6705600"/>
              <a:gd name="connsiteY3" fmla="*/ 15566 h 2758766"/>
              <a:gd name="connsiteX4" fmla="*/ 6705600 w 6705600"/>
              <a:gd name="connsiteY4" fmla="*/ 994135 h 2758766"/>
              <a:gd name="connsiteX0" fmla="*/ 0 w 6705600"/>
              <a:gd name="connsiteY0" fmla="*/ 2758766 h 2758766"/>
              <a:gd name="connsiteX1" fmla="*/ 2133600 w 6705600"/>
              <a:gd name="connsiteY1" fmla="*/ 1074345 h 2758766"/>
              <a:gd name="connsiteX2" fmla="*/ 3240505 w 6705600"/>
              <a:gd name="connsiteY2" fmla="*/ 1876450 h 2758766"/>
              <a:gd name="connsiteX3" fmla="*/ 5983705 w 6705600"/>
              <a:gd name="connsiteY3" fmla="*/ 15566 h 2758766"/>
              <a:gd name="connsiteX4" fmla="*/ 6705600 w 6705600"/>
              <a:gd name="connsiteY4" fmla="*/ 994135 h 2758766"/>
              <a:gd name="connsiteX0" fmla="*/ 0 w 6705600"/>
              <a:gd name="connsiteY0" fmla="*/ 2758766 h 2758766"/>
              <a:gd name="connsiteX1" fmla="*/ 2133600 w 6705600"/>
              <a:gd name="connsiteY1" fmla="*/ 1074345 h 2758766"/>
              <a:gd name="connsiteX2" fmla="*/ 3240505 w 6705600"/>
              <a:gd name="connsiteY2" fmla="*/ 1876450 h 2758766"/>
              <a:gd name="connsiteX3" fmla="*/ 5983705 w 6705600"/>
              <a:gd name="connsiteY3" fmla="*/ 15566 h 2758766"/>
              <a:gd name="connsiteX4" fmla="*/ 6705600 w 6705600"/>
              <a:gd name="connsiteY4" fmla="*/ 994135 h 2758766"/>
              <a:gd name="connsiteX0" fmla="*/ 0 w 6705600"/>
              <a:gd name="connsiteY0" fmla="*/ 2758766 h 2758766"/>
              <a:gd name="connsiteX1" fmla="*/ 2133600 w 6705600"/>
              <a:gd name="connsiteY1" fmla="*/ 1074345 h 2758766"/>
              <a:gd name="connsiteX2" fmla="*/ 3240505 w 6705600"/>
              <a:gd name="connsiteY2" fmla="*/ 1876450 h 2758766"/>
              <a:gd name="connsiteX3" fmla="*/ 5983705 w 6705600"/>
              <a:gd name="connsiteY3" fmla="*/ 15566 h 2758766"/>
              <a:gd name="connsiteX4" fmla="*/ 6705600 w 6705600"/>
              <a:gd name="connsiteY4" fmla="*/ 994135 h 2758766"/>
              <a:gd name="connsiteX0" fmla="*/ 0 w 6705600"/>
              <a:gd name="connsiteY0" fmla="*/ 2748725 h 2748725"/>
              <a:gd name="connsiteX1" fmla="*/ 2133600 w 6705600"/>
              <a:gd name="connsiteY1" fmla="*/ 1064304 h 2748725"/>
              <a:gd name="connsiteX2" fmla="*/ 3240505 w 6705600"/>
              <a:gd name="connsiteY2" fmla="*/ 1866409 h 2748725"/>
              <a:gd name="connsiteX3" fmla="*/ 5983705 w 6705600"/>
              <a:gd name="connsiteY3" fmla="*/ 5525 h 2748725"/>
              <a:gd name="connsiteX4" fmla="*/ 6705600 w 6705600"/>
              <a:gd name="connsiteY4" fmla="*/ 984094 h 2748725"/>
              <a:gd name="connsiteX0" fmla="*/ 0 w 6713694"/>
              <a:gd name="connsiteY0" fmla="*/ 2748294 h 2748294"/>
              <a:gd name="connsiteX1" fmla="*/ 2133600 w 6713694"/>
              <a:gd name="connsiteY1" fmla="*/ 1063873 h 2748294"/>
              <a:gd name="connsiteX2" fmla="*/ 3240505 w 6713694"/>
              <a:gd name="connsiteY2" fmla="*/ 1865978 h 2748294"/>
              <a:gd name="connsiteX3" fmla="*/ 5983705 w 6713694"/>
              <a:gd name="connsiteY3" fmla="*/ 5094 h 2748294"/>
              <a:gd name="connsiteX4" fmla="*/ 6705600 w 6713694"/>
              <a:gd name="connsiteY4" fmla="*/ 983663 h 2748294"/>
              <a:gd name="connsiteX0" fmla="*/ 0 w 6713694"/>
              <a:gd name="connsiteY0" fmla="*/ 2748294 h 2748294"/>
              <a:gd name="connsiteX1" fmla="*/ 2133600 w 6713694"/>
              <a:gd name="connsiteY1" fmla="*/ 1063873 h 2748294"/>
              <a:gd name="connsiteX2" fmla="*/ 3240505 w 6713694"/>
              <a:gd name="connsiteY2" fmla="*/ 1865978 h 2748294"/>
              <a:gd name="connsiteX3" fmla="*/ 5983705 w 6713694"/>
              <a:gd name="connsiteY3" fmla="*/ 5094 h 2748294"/>
              <a:gd name="connsiteX4" fmla="*/ 6705600 w 6713694"/>
              <a:gd name="connsiteY4" fmla="*/ 983663 h 274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3694" h="2748294">
                <a:moveTo>
                  <a:pt x="0" y="2748294"/>
                </a:moveTo>
                <a:cubicBezTo>
                  <a:pt x="572169" y="1979610"/>
                  <a:pt x="1593516" y="1210926"/>
                  <a:pt x="2133600" y="1063873"/>
                </a:cubicBezTo>
                <a:cubicBezTo>
                  <a:pt x="2673684" y="916820"/>
                  <a:pt x="3144252" y="1464926"/>
                  <a:pt x="3240505" y="1865978"/>
                </a:cubicBezTo>
                <a:cubicBezTo>
                  <a:pt x="3705726" y="1400757"/>
                  <a:pt x="5181600" y="87978"/>
                  <a:pt x="5983705" y="5094"/>
                </a:cubicBezTo>
                <a:cubicBezTo>
                  <a:pt x="6785810" y="-77790"/>
                  <a:pt x="6721641" y="876716"/>
                  <a:pt x="6705600" y="983663"/>
                </a:cubicBezTo>
              </a:path>
            </a:pathLst>
          </a:custGeom>
          <a:noFill/>
          <a:ln w="381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Poppi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AA1A88-32AA-545F-8F24-93FD90D96D09}"/>
              </a:ext>
            </a:extLst>
          </p:cNvPr>
          <p:cNvSpPr txBox="1"/>
          <p:nvPr userDrawn="1"/>
        </p:nvSpPr>
        <p:spPr>
          <a:xfrm>
            <a:off x="655320" y="1320495"/>
            <a:ext cx="1741095" cy="2885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sz="1275" b="1" spc="-11">
                <a:solidFill>
                  <a:schemeClr val="accent1"/>
                </a:solidFill>
                <a:latin typeface="+mj-lt"/>
                <a:cs typeface="Poppins" pitchFamily="2" charset="77"/>
              </a:rPr>
              <a:t>CHALLENGE 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C510D5-2D84-4E2C-0EC4-950295BE0D45}"/>
              </a:ext>
            </a:extLst>
          </p:cNvPr>
          <p:cNvSpPr txBox="1"/>
          <p:nvPr userDrawn="1"/>
        </p:nvSpPr>
        <p:spPr>
          <a:xfrm>
            <a:off x="655320" y="2544833"/>
            <a:ext cx="1741095" cy="2885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sz="1275" b="1" spc="-11">
                <a:solidFill>
                  <a:schemeClr val="accent2"/>
                </a:solidFill>
                <a:latin typeface="+mj-lt"/>
                <a:cs typeface="Poppins" pitchFamily="2" charset="77"/>
              </a:rPr>
              <a:t>CHALLENGE 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377655-CCCE-2BBC-B614-E377E61CA784}"/>
              </a:ext>
            </a:extLst>
          </p:cNvPr>
          <p:cNvSpPr txBox="1"/>
          <p:nvPr userDrawn="1"/>
        </p:nvSpPr>
        <p:spPr>
          <a:xfrm>
            <a:off x="655320" y="3766833"/>
            <a:ext cx="1741095" cy="2885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sz="1275" b="1" spc="-11">
                <a:solidFill>
                  <a:schemeClr val="accent3"/>
                </a:solidFill>
                <a:latin typeface="+mj-lt"/>
                <a:cs typeface="Poppins" pitchFamily="2" charset="77"/>
              </a:rPr>
              <a:t>CHALLENGE 03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0784683A-5797-1966-5A48-CEDE6D3E602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736114" y="1613812"/>
            <a:ext cx="3203426" cy="752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BEDC9FB7-8908-A93D-7546-B35AD5A9CA9E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36114" y="2833374"/>
            <a:ext cx="3203426" cy="752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12FD9986-0ECA-9A45-89A9-0851FFE18F51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36114" y="4057971"/>
            <a:ext cx="3203426" cy="752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19C40854-535B-6B35-BADD-5AE97140B357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EE01CEE-A015-DF9C-348A-E419CAED9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0D73477-91FC-29A7-2CB6-F7114A96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10635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420B1F-632B-C860-5530-17D2E4EA1D28}"/>
              </a:ext>
            </a:extLst>
          </p:cNvPr>
          <p:cNvCxnSpPr>
            <a:cxnSpLocks/>
          </p:cNvCxnSpPr>
          <p:nvPr userDrawn="1"/>
        </p:nvCxnSpPr>
        <p:spPr>
          <a:xfrm>
            <a:off x="355600" y="1601708"/>
            <a:ext cx="0" cy="28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8DB64D-5F12-C73E-D0C0-5AC58CCA08C5}"/>
              </a:ext>
            </a:extLst>
          </p:cNvPr>
          <p:cNvGrpSpPr/>
          <p:nvPr userDrawn="1"/>
        </p:nvGrpSpPr>
        <p:grpSpPr>
          <a:xfrm flipH="1">
            <a:off x="4419600" y="1506073"/>
            <a:ext cx="4724400" cy="2928328"/>
            <a:chOff x="6258562" y="1290320"/>
            <a:chExt cx="4724400" cy="4378960"/>
          </a:xfrm>
          <a:solidFill>
            <a:schemeClr val="bg1"/>
          </a:solidFill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DE5C37B1-B319-566C-728C-168A2B3EDD67}"/>
                </a:ext>
              </a:extLst>
            </p:cNvPr>
            <p:cNvSpPr/>
            <p:nvPr/>
          </p:nvSpPr>
          <p:spPr>
            <a:xfrm rot="5400000" flipH="1">
              <a:off x="7934962" y="-386080"/>
              <a:ext cx="1371600" cy="4724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B20EF905-8803-1C45-70D4-6E52546D3492}"/>
                </a:ext>
              </a:extLst>
            </p:cNvPr>
            <p:cNvSpPr/>
            <p:nvPr/>
          </p:nvSpPr>
          <p:spPr>
            <a:xfrm rot="5400000" flipH="1">
              <a:off x="7934962" y="1117599"/>
              <a:ext cx="1371600" cy="4724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5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A730192C-DB80-07CB-07C4-5203E50D2CDE}"/>
                </a:ext>
              </a:extLst>
            </p:cNvPr>
            <p:cNvSpPr/>
            <p:nvPr/>
          </p:nvSpPr>
          <p:spPr>
            <a:xfrm rot="5400000" flipH="1">
              <a:off x="7934962" y="2621280"/>
              <a:ext cx="1371600" cy="4724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</p:grp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0393485-4AFD-FFFC-DBE1-12C9AFEC68B8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5407585" y="1565301"/>
            <a:ext cx="3648379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46C5F63-F504-A18F-B4E6-3DFD4462D4B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5407585" y="2581156"/>
            <a:ext cx="3648379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BE6956E-A9E1-536D-0E25-F3B24964828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407585" y="3588208"/>
            <a:ext cx="3648379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672685-8068-35F0-807E-7EF3E4B8A5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44720" y="1565275"/>
            <a:ext cx="587375" cy="78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58E3E18A-DF3B-E7AE-EBE5-6A849529E9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37650" y="2571750"/>
            <a:ext cx="587375" cy="78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B9FA1F72-62FF-CCFD-D3F0-D8F0096292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37650" y="3588277"/>
            <a:ext cx="587375" cy="78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09747E6-92DE-5D8F-7651-7052D0683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0A25D94D-7109-401C-8E43-76F06EDAE727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943E4E9-88C6-AC3C-CE56-53792B0CCC68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A2D7ED-2473-75F2-FFAF-8D546C355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9E79E8-6DAA-82F3-99B1-7773D825E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5948" y="1790695"/>
            <a:ext cx="3600000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45849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420B1F-632B-C860-5530-17D2E4EA1D28}"/>
              </a:ext>
            </a:extLst>
          </p:cNvPr>
          <p:cNvCxnSpPr>
            <a:cxnSpLocks/>
          </p:cNvCxnSpPr>
          <p:nvPr userDrawn="1"/>
        </p:nvCxnSpPr>
        <p:spPr>
          <a:xfrm>
            <a:off x="355600" y="1601708"/>
            <a:ext cx="0" cy="288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8DB64D-5F12-C73E-D0C0-5AC58CCA08C5}"/>
              </a:ext>
            </a:extLst>
          </p:cNvPr>
          <p:cNvGrpSpPr/>
          <p:nvPr userDrawn="1"/>
        </p:nvGrpSpPr>
        <p:grpSpPr>
          <a:xfrm flipH="1">
            <a:off x="4419600" y="1506073"/>
            <a:ext cx="4724400" cy="2928328"/>
            <a:chOff x="6258562" y="1290320"/>
            <a:chExt cx="4724400" cy="4378960"/>
          </a:xfrm>
          <a:solidFill>
            <a:schemeClr val="bg1"/>
          </a:solidFill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DE5C37B1-B319-566C-728C-168A2B3EDD67}"/>
                </a:ext>
              </a:extLst>
            </p:cNvPr>
            <p:cNvSpPr/>
            <p:nvPr/>
          </p:nvSpPr>
          <p:spPr>
            <a:xfrm rot="5400000" flipH="1">
              <a:off x="7934962" y="-386080"/>
              <a:ext cx="1371600" cy="4724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sp>
          <p:nvSpPr>
            <p:cNvPr id="24" name="Rectangle: Top Corners Rounded 23">
              <a:extLst>
                <a:ext uri="{FF2B5EF4-FFF2-40B4-BE49-F238E27FC236}">
                  <a16:creationId xmlns:a16="http://schemas.microsoft.com/office/drawing/2014/main" id="{B20EF905-8803-1C45-70D4-6E52546D3492}"/>
                </a:ext>
              </a:extLst>
            </p:cNvPr>
            <p:cNvSpPr/>
            <p:nvPr/>
          </p:nvSpPr>
          <p:spPr>
            <a:xfrm rot="5400000" flipH="1">
              <a:off x="7934962" y="1117599"/>
              <a:ext cx="1371600" cy="4724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5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A730192C-DB80-07CB-07C4-5203E50D2CDE}"/>
                </a:ext>
              </a:extLst>
            </p:cNvPr>
            <p:cNvSpPr/>
            <p:nvPr/>
          </p:nvSpPr>
          <p:spPr>
            <a:xfrm rot="5400000" flipH="1">
              <a:off x="7934962" y="2621280"/>
              <a:ext cx="1371600" cy="4724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</p:grp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0393485-4AFD-FFFC-DBE1-12C9AFEC68B8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5407585" y="1565301"/>
            <a:ext cx="3648379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46C5F63-F504-A18F-B4E6-3DFD4462D4B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5407585" y="2581156"/>
            <a:ext cx="3648379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BE6956E-A9E1-536D-0E25-F3B24964828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407585" y="3588208"/>
            <a:ext cx="3648379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672685-8068-35F0-807E-7EF3E4B8A5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12040" y="1565275"/>
            <a:ext cx="820056" cy="78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58E3E18A-DF3B-E7AE-EBE5-6A849529E9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4970" y="2571750"/>
            <a:ext cx="820056" cy="78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B9FA1F72-62FF-CCFD-D3F0-D8F0096292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04970" y="3588277"/>
            <a:ext cx="820056" cy="78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09747E6-92DE-5D8F-7651-7052D0683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0A25D94D-7109-401C-8E43-76F06EDAE727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943E4E9-88C6-AC3C-CE56-53792B0CCC68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A2D7ED-2473-75F2-FFAF-8D546C355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6E3E50A-385F-2C3D-8F1E-D8CDF9B01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5948" y="1790695"/>
            <a:ext cx="3600000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16971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4500-F6AC-932C-4300-742BBE982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51DED-DC2E-9B68-DA30-1AC4EBAD92D2}"/>
              </a:ext>
            </a:extLst>
          </p:cNvPr>
          <p:cNvSpPr/>
          <p:nvPr userDrawn="1"/>
        </p:nvSpPr>
        <p:spPr>
          <a:xfrm>
            <a:off x="1418461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BFFF80-6251-615E-A739-0B92A4EA0847}"/>
              </a:ext>
            </a:extLst>
          </p:cNvPr>
          <p:cNvSpPr/>
          <p:nvPr userDrawn="1"/>
        </p:nvSpPr>
        <p:spPr>
          <a:xfrm>
            <a:off x="1418461" y="1744980"/>
            <a:ext cx="1438824" cy="540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9BEA36-0A3E-BA6E-8225-1D365EE57A89}"/>
              </a:ext>
            </a:extLst>
          </p:cNvPr>
          <p:cNvSpPr/>
          <p:nvPr userDrawn="1"/>
        </p:nvSpPr>
        <p:spPr>
          <a:xfrm>
            <a:off x="1678041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7E266-9AAF-62CE-11D0-BAB604E3101F}"/>
              </a:ext>
            </a:extLst>
          </p:cNvPr>
          <p:cNvSpPr/>
          <p:nvPr userDrawn="1"/>
        </p:nvSpPr>
        <p:spPr>
          <a:xfrm>
            <a:off x="4614588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C6EF5-25C7-A91F-D62A-38A676ADE224}"/>
              </a:ext>
            </a:extLst>
          </p:cNvPr>
          <p:cNvSpPr/>
          <p:nvPr userDrawn="1"/>
        </p:nvSpPr>
        <p:spPr>
          <a:xfrm>
            <a:off x="4614588" y="1744980"/>
            <a:ext cx="1438824" cy="5400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C792BB-1233-3669-E6BA-8FCAB8FAF295}"/>
              </a:ext>
            </a:extLst>
          </p:cNvPr>
          <p:cNvSpPr/>
          <p:nvPr userDrawn="1"/>
        </p:nvSpPr>
        <p:spPr>
          <a:xfrm>
            <a:off x="4874168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D2366C-9102-01B8-DCF2-2926C763CC16}"/>
              </a:ext>
            </a:extLst>
          </p:cNvPr>
          <p:cNvSpPr/>
          <p:nvPr userDrawn="1"/>
        </p:nvSpPr>
        <p:spPr>
          <a:xfrm>
            <a:off x="3021964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4E28C-80FD-B2A5-F431-08D3FD713BE6}"/>
              </a:ext>
            </a:extLst>
          </p:cNvPr>
          <p:cNvSpPr/>
          <p:nvPr userDrawn="1"/>
        </p:nvSpPr>
        <p:spPr>
          <a:xfrm>
            <a:off x="3021964" y="1744980"/>
            <a:ext cx="1438824" cy="540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C477A7-CAE1-8CE8-62C4-6465E22066D1}"/>
              </a:ext>
            </a:extLst>
          </p:cNvPr>
          <p:cNvSpPr/>
          <p:nvPr userDrawn="1"/>
        </p:nvSpPr>
        <p:spPr>
          <a:xfrm>
            <a:off x="3281544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9B82AF-154A-03F1-2BF0-E7778C8B24A4}"/>
              </a:ext>
            </a:extLst>
          </p:cNvPr>
          <p:cNvSpPr/>
          <p:nvPr userDrawn="1"/>
        </p:nvSpPr>
        <p:spPr>
          <a:xfrm>
            <a:off x="6207212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B3897F-553A-051B-B939-E8D86EE97C23}"/>
              </a:ext>
            </a:extLst>
          </p:cNvPr>
          <p:cNvSpPr/>
          <p:nvPr userDrawn="1"/>
        </p:nvSpPr>
        <p:spPr>
          <a:xfrm>
            <a:off x="6207212" y="1744980"/>
            <a:ext cx="1438824" cy="5400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FB71B09-BDEE-B5DA-D416-B9B5315EE742}"/>
              </a:ext>
            </a:extLst>
          </p:cNvPr>
          <p:cNvSpPr/>
          <p:nvPr userDrawn="1"/>
        </p:nvSpPr>
        <p:spPr>
          <a:xfrm>
            <a:off x="6466791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AD58FD3-6589-FE8F-501E-EE9BA4857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4848" y="2667812"/>
            <a:ext cx="1368000" cy="1685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A3D704-79F5-4241-FEC2-C8D69755222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04534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9CE6F19-CB17-1051-7084-F403F56F1D45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4645518" y="2667812"/>
            <a:ext cx="1368000" cy="1685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711937F-6E65-4502-AC9C-D7814CD9A18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601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348A2D6-B453-B00F-E12C-A4B32106F1D5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246188" y="2667812"/>
            <a:ext cx="1368000" cy="1685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35F64F8A-C4CB-8DD8-28A6-9D409986338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24668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209B452-40A9-9DEB-B0AA-B61D512B80B9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444178" y="2667812"/>
            <a:ext cx="1368000" cy="1685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C020655-2246-8F89-CA12-505FB1210911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44467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32">
            <a:extLst>
              <a:ext uri="{FF2B5EF4-FFF2-40B4-BE49-F238E27FC236}">
                <a16:creationId xmlns:a16="http://schemas.microsoft.com/office/drawing/2014/main" id="{F7D56D4A-C5CD-9127-60D7-FA80001D474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853554" y="1472794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EEFA90DC-868D-C1A8-A089-F14044C3970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56623" y="1472794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8" name="Picture Placeholder 32">
            <a:extLst>
              <a:ext uri="{FF2B5EF4-FFF2-40B4-BE49-F238E27FC236}">
                <a16:creationId xmlns:a16="http://schemas.microsoft.com/office/drawing/2014/main" id="{A68D3C68-78C2-3918-5DD3-1BFA665BA0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58226" y="1472794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48" name="Picture Placeholder 32">
            <a:extLst>
              <a:ext uri="{FF2B5EF4-FFF2-40B4-BE49-F238E27FC236}">
                <a16:creationId xmlns:a16="http://schemas.microsoft.com/office/drawing/2014/main" id="{0D5CBF28-B177-5737-644B-1DE37DBA63B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58848" y="1472794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8A477898-A5C8-B9B9-1EB9-34F286EFC32E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CDECFE4-17B4-8149-CF7B-E27B1944AF4C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4AE202E-B8FC-5170-5C7F-47DDC807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8392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01BD5-B576-58F1-52DB-72C7978F9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7">
            <a:extLst>
              <a:ext uri="{FF2B5EF4-FFF2-40B4-BE49-F238E27FC236}">
                <a16:creationId xmlns:a16="http://schemas.microsoft.com/office/drawing/2014/main" id="{167E36A5-8C00-A0B5-035D-F3A896A4AF48}"/>
              </a:ext>
            </a:extLst>
          </p:cNvPr>
          <p:cNvSpPr/>
          <p:nvPr userDrawn="1"/>
        </p:nvSpPr>
        <p:spPr>
          <a:xfrm>
            <a:off x="7007251" y="1244407"/>
            <a:ext cx="1545741" cy="2561877"/>
          </a:xfrm>
          <a:prstGeom prst="roundRect">
            <a:avLst>
              <a:gd name="adj" fmla="val 6980"/>
            </a:avLst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5" name="Rounded Rectangle 36">
            <a:extLst>
              <a:ext uri="{FF2B5EF4-FFF2-40B4-BE49-F238E27FC236}">
                <a16:creationId xmlns:a16="http://schemas.microsoft.com/office/drawing/2014/main" id="{432CC2C9-1EFB-913C-0985-7394B92A12B9}"/>
              </a:ext>
            </a:extLst>
          </p:cNvPr>
          <p:cNvSpPr/>
          <p:nvPr userDrawn="1"/>
        </p:nvSpPr>
        <p:spPr>
          <a:xfrm>
            <a:off x="5403190" y="1244407"/>
            <a:ext cx="1545741" cy="2561877"/>
          </a:xfrm>
          <a:prstGeom prst="roundRect">
            <a:avLst>
              <a:gd name="adj" fmla="val 698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6" name="Rounded Rectangle 35">
            <a:extLst>
              <a:ext uri="{FF2B5EF4-FFF2-40B4-BE49-F238E27FC236}">
                <a16:creationId xmlns:a16="http://schemas.microsoft.com/office/drawing/2014/main" id="{955736FD-E50E-DBC1-495A-ABEF4226C825}"/>
              </a:ext>
            </a:extLst>
          </p:cNvPr>
          <p:cNvSpPr/>
          <p:nvPr userDrawn="1"/>
        </p:nvSpPr>
        <p:spPr>
          <a:xfrm>
            <a:off x="3799129" y="1244408"/>
            <a:ext cx="1545741" cy="2561877"/>
          </a:xfrm>
          <a:prstGeom prst="roundRect">
            <a:avLst>
              <a:gd name="adj" fmla="val 698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7" name="Rounded Rectangle 34">
            <a:extLst>
              <a:ext uri="{FF2B5EF4-FFF2-40B4-BE49-F238E27FC236}">
                <a16:creationId xmlns:a16="http://schemas.microsoft.com/office/drawing/2014/main" id="{52663DA0-5F99-38A2-56CF-3516479C3DF0}"/>
              </a:ext>
            </a:extLst>
          </p:cNvPr>
          <p:cNvSpPr/>
          <p:nvPr userDrawn="1"/>
        </p:nvSpPr>
        <p:spPr>
          <a:xfrm>
            <a:off x="2194207" y="1244408"/>
            <a:ext cx="1545741" cy="2561877"/>
          </a:xfrm>
          <a:prstGeom prst="roundRect">
            <a:avLst>
              <a:gd name="adj" fmla="val 698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8" name="Rounded Rectangle 33">
            <a:extLst>
              <a:ext uri="{FF2B5EF4-FFF2-40B4-BE49-F238E27FC236}">
                <a16:creationId xmlns:a16="http://schemas.microsoft.com/office/drawing/2014/main" id="{BC3726A1-17AB-7562-7C1F-C1459AF9EF02}"/>
              </a:ext>
            </a:extLst>
          </p:cNvPr>
          <p:cNvSpPr/>
          <p:nvPr userDrawn="1"/>
        </p:nvSpPr>
        <p:spPr>
          <a:xfrm>
            <a:off x="587299" y="1244408"/>
            <a:ext cx="1545741" cy="2561877"/>
          </a:xfrm>
          <a:prstGeom prst="roundRect">
            <a:avLst>
              <a:gd name="adj" fmla="val 698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9DDB97-8777-9B0B-650F-B3A2DBDE11CF}"/>
              </a:ext>
            </a:extLst>
          </p:cNvPr>
          <p:cNvSpPr/>
          <p:nvPr userDrawn="1"/>
        </p:nvSpPr>
        <p:spPr>
          <a:xfrm>
            <a:off x="571500" y="4257606"/>
            <a:ext cx="1577340" cy="4923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23250D-68A5-4826-5D39-5054C12380A4}"/>
              </a:ext>
            </a:extLst>
          </p:cNvPr>
          <p:cNvSpPr/>
          <p:nvPr userDrawn="1"/>
        </p:nvSpPr>
        <p:spPr>
          <a:xfrm>
            <a:off x="2177414" y="4257606"/>
            <a:ext cx="1577340" cy="4923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808C53-26F1-EC22-D26C-D14ECEE17ECD}"/>
              </a:ext>
            </a:extLst>
          </p:cNvPr>
          <p:cNvSpPr/>
          <p:nvPr userDrawn="1"/>
        </p:nvSpPr>
        <p:spPr>
          <a:xfrm>
            <a:off x="3783330" y="4257606"/>
            <a:ext cx="1577340" cy="4923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6D7A9B-AA17-99E2-27B9-8F87B93E24B9}"/>
              </a:ext>
            </a:extLst>
          </p:cNvPr>
          <p:cNvSpPr/>
          <p:nvPr userDrawn="1"/>
        </p:nvSpPr>
        <p:spPr>
          <a:xfrm>
            <a:off x="5389246" y="4255651"/>
            <a:ext cx="1577340" cy="4923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C28AC7-0800-A281-22E3-96C8C5E7EE16}"/>
              </a:ext>
            </a:extLst>
          </p:cNvPr>
          <p:cNvSpPr/>
          <p:nvPr userDrawn="1"/>
        </p:nvSpPr>
        <p:spPr>
          <a:xfrm>
            <a:off x="6995160" y="4255651"/>
            <a:ext cx="1577340" cy="4923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26061E45-70E7-403E-8F43-FC2A311925A9}"/>
              </a:ext>
            </a:extLst>
          </p:cNvPr>
          <p:cNvSpPr/>
          <p:nvPr userDrawn="1"/>
        </p:nvSpPr>
        <p:spPr>
          <a:xfrm>
            <a:off x="963666" y="4013961"/>
            <a:ext cx="824608" cy="17537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2DDFD8C8-97C9-910B-CE19-69CF4F640303}"/>
              </a:ext>
            </a:extLst>
          </p:cNvPr>
          <p:cNvSpPr/>
          <p:nvPr userDrawn="1"/>
        </p:nvSpPr>
        <p:spPr>
          <a:xfrm>
            <a:off x="2553780" y="4013961"/>
            <a:ext cx="824608" cy="17537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152C9053-88EB-EFDB-E771-D057F6601E79}"/>
              </a:ext>
            </a:extLst>
          </p:cNvPr>
          <p:cNvSpPr/>
          <p:nvPr userDrawn="1"/>
        </p:nvSpPr>
        <p:spPr>
          <a:xfrm>
            <a:off x="4159696" y="4013961"/>
            <a:ext cx="824608" cy="17537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5A727F72-763A-526B-92CF-104FAD804433}"/>
              </a:ext>
            </a:extLst>
          </p:cNvPr>
          <p:cNvSpPr/>
          <p:nvPr userDrawn="1"/>
        </p:nvSpPr>
        <p:spPr>
          <a:xfrm>
            <a:off x="5765613" y="4013961"/>
            <a:ext cx="824608" cy="17537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57890F27-7719-4345-58BA-65388F0B0F59}"/>
              </a:ext>
            </a:extLst>
          </p:cNvPr>
          <p:cNvSpPr/>
          <p:nvPr userDrawn="1"/>
        </p:nvSpPr>
        <p:spPr>
          <a:xfrm>
            <a:off x="7371526" y="4013961"/>
            <a:ext cx="824608" cy="17537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5FE71-BECC-4709-7063-9527A29443CC}"/>
              </a:ext>
            </a:extLst>
          </p:cNvPr>
          <p:cNvSpPr txBox="1"/>
          <p:nvPr userDrawn="1"/>
        </p:nvSpPr>
        <p:spPr>
          <a:xfrm>
            <a:off x="976090" y="1320187"/>
            <a:ext cx="768160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>
                <a:solidFill>
                  <a:schemeClr val="accent1"/>
                </a:solidFill>
                <a:latin typeface="+mj-lt"/>
                <a:cs typeface="Poppins" pitchFamily="2" charset="77"/>
              </a:rPr>
              <a:t>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0FC3C-B912-3182-3CFF-96E92374A712}"/>
              </a:ext>
            </a:extLst>
          </p:cNvPr>
          <p:cNvSpPr txBox="1"/>
          <p:nvPr userDrawn="1"/>
        </p:nvSpPr>
        <p:spPr>
          <a:xfrm>
            <a:off x="2582004" y="1320187"/>
            <a:ext cx="768159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>
                <a:solidFill>
                  <a:schemeClr val="accent2"/>
                </a:solidFill>
                <a:latin typeface="+mj-lt"/>
                <a:cs typeface="Poppins" pitchFamily="2" charset="77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567853-FC87-F642-3CDB-84088A321CE7}"/>
              </a:ext>
            </a:extLst>
          </p:cNvPr>
          <p:cNvSpPr txBox="1"/>
          <p:nvPr userDrawn="1"/>
        </p:nvSpPr>
        <p:spPr>
          <a:xfrm>
            <a:off x="4187921" y="1320187"/>
            <a:ext cx="768159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>
                <a:solidFill>
                  <a:schemeClr val="accent3"/>
                </a:solidFill>
                <a:latin typeface="+mj-lt"/>
                <a:cs typeface="Poppins" pitchFamily="2" charset="77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FCDE64-1376-40B0-9E73-791BA7EC04AC}"/>
              </a:ext>
            </a:extLst>
          </p:cNvPr>
          <p:cNvSpPr txBox="1"/>
          <p:nvPr userDrawn="1"/>
        </p:nvSpPr>
        <p:spPr>
          <a:xfrm>
            <a:off x="5793836" y="1320187"/>
            <a:ext cx="768159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>
                <a:solidFill>
                  <a:schemeClr val="accent4"/>
                </a:solidFill>
                <a:latin typeface="+mj-lt"/>
                <a:cs typeface="Poppins" pitchFamily="2" charset="77"/>
              </a:rP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7CF70C-5DE2-C5AA-8502-001887FBB042}"/>
              </a:ext>
            </a:extLst>
          </p:cNvPr>
          <p:cNvSpPr txBox="1"/>
          <p:nvPr userDrawn="1"/>
        </p:nvSpPr>
        <p:spPr>
          <a:xfrm>
            <a:off x="7399750" y="1320187"/>
            <a:ext cx="768159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b="1">
                <a:solidFill>
                  <a:schemeClr val="accent5"/>
                </a:solidFill>
                <a:latin typeface="+mj-lt"/>
                <a:cs typeface="Poppins" pitchFamily="2" charset="77"/>
              </a:rPr>
              <a:t>05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AC6CCE1-8BE8-8FD0-9C47-B3AF1C5CF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34" y="2028073"/>
            <a:ext cx="1328105" cy="1608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232E0D55-1C81-44AD-3766-6B46D682D6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630224" y="4339739"/>
            <a:ext cx="1459889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52525955-11F3-9646-BF6D-04B71D067EA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2236140" y="4337323"/>
            <a:ext cx="1459889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1D5332A2-6D7F-5E23-8E79-CD30CE5EFCB6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849311" y="4337323"/>
            <a:ext cx="1459889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D64E45D6-49C8-7598-8628-64FD05AD76F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446115" y="4337322"/>
            <a:ext cx="1459889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E702FAAA-2BA0-7C5C-F786-9D7F181739B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045433" y="4337321"/>
            <a:ext cx="1459889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5C68D360-6FE7-B9D5-8211-4075FB597644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2300178" y="2028073"/>
            <a:ext cx="1328105" cy="1608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41531D22-07EC-4CAC-0336-12C60C24DDC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3907086" y="2028073"/>
            <a:ext cx="1328105" cy="1608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89C6DE30-ECFF-5A88-C729-4300790B12EB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5512006" y="2028073"/>
            <a:ext cx="1328105" cy="1608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1F4CDDD2-CFC2-AB8A-9C25-68E340ADBC8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7098532" y="2028073"/>
            <a:ext cx="1328105" cy="1608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A720635C-976E-94B3-818C-B5F9175DF920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EC39E52-4517-C9F7-4132-D4FF925BDB28}"/>
              </a:ext>
            </a:extLst>
          </p:cNvPr>
          <p:cNvSpPr>
            <a:spLocks noGrp="1"/>
          </p:cNvSpPr>
          <p:nvPr>
            <p:ph type="body" sz="half" idx="27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24405E-78CD-0B6C-BC7D-DCC62619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99295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slideLayout" Target="../slideLayouts/slideLayout4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6.xml"/><Relationship Id="rId20" Type="http://schemas.openxmlformats.org/officeDocument/2006/relationships/theme" Target="../theme/theme2.xml"/><Relationship Id="rId21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9.xml"/><Relationship Id="rId8" Type="http://schemas.openxmlformats.org/officeDocument/2006/relationships/theme" Target="../theme/theme4.xml"/><Relationship Id="rId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theme" Target="../theme/theme6.xml"/><Relationship Id="rId2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35577-201D-A49F-8651-017F183AC87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30F2936-3A0F-B6E0-B7DA-174505A3A58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D1DD0-805F-5688-A13F-BAFBF7F38795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9912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3704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1pPr>
      <a:lvl2pPr marL="406004" indent="-2333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2pPr>
      <a:lvl3pPr marL="640556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3pPr>
      <a:lvl4pPr marL="900113" indent="-259556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4pPr>
      <a:lvl5pPr marL="1168004" indent="-267891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AEB579-7213-7B79-C98B-5D74321E648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5FA642-C86B-1764-DE65-56497E234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98462F9-5DC9-B082-05A7-BA24A22BBB03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A2DBD-EA4C-84B4-C3E0-E631643FE799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66408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AE8D6F-AA88-EB67-A018-E1A648DA47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4171D0-450A-77A2-4028-96F216DB5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E5F37788-AB81-D945-2905-0CFE50A699F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A6E8B8-EB53-3241-6FDF-7CFDB106AE7E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22340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C741B0-2CD8-A347-997D-35A5D58D5B2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B10485-0E49-6A96-C2BF-50CB6DD51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2C30E-CDE6-3270-1EDC-D751792EE0E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CD62D-A184-F3ED-CF3C-552909376CAD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16428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5"/>
    <p:sldLayoutId id="2147484038" r:id="rId6"/>
    <p:sldLayoutId id="2147483956" r:id="rId12"/>
    <p:sldLayoutId id="21474839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150306-4E77-23F7-EE1F-8C537FDE1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cover_text1 }}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E5C2E3-F269-77B6-2571-D60CE6E3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cover_title 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D2471-1358-744C-7C3B-1C180A23740A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cover_text2 }}</a:t>
            </a:r>
          </a:p>
        </p:txBody>
      </p:sp>
    </p:spTree>
    <p:extLst>
      <p:ext uri="{BB962C8B-B14F-4D97-AF65-F5344CB8AC3E}">
        <p14:creationId xmlns:p14="http://schemas.microsoft.com/office/powerpoint/2010/main" val="2223029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0EFCA2E-A170-6F9E-0D91-040AA586A4D6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scope_text1 }}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EC31FA9-75E7-F0D9-9996-FD8CD8E43AC4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scope_text2 }}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1B1B781-7B77-0A56-5E3D-E3F5A4B84D74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scope_text3 }}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72A7790-CCA5-DDCE-FA95-51FE388F2B1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scope_text4 }}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C2E332C-555B-00E2-5230-689441F52394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scope_text5 }}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08B0CA3D-49ED-F66C-C86B-A92A3EE0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82" y="264777"/>
            <a:ext cx="6381170" cy="393499"/>
          </a:xfrm>
          <a:prstGeom prst="rect">
            <a:avLst/>
          </a:prstGeom>
        </p:spPr>
        <p:txBody>
          <a:bodyPr/>
          <a:lstStyle/>
          <a:p>
            <a:r>
              <a:t>{{ scope_title }}</a:t>
            </a:r>
          </a:p>
        </p:txBody>
      </p:sp>
    </p:spTree>
    <p:extLst>
      <p:ext uri="{BB962C8B-B14F-4D97-AF65-F5344CB8AC3E}">
        <p14:creationId xmlns:p14="http://schemas.microsoft.com/office/powerpoint/2010/main" val="1896516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E4F87-7019-2DDF-471F-E0593FC72D00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pain_text2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510AC-9D77-88C1-9945-EBF22A12E43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pain_text3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FCC2B6-3EBC-454F-F066-B0EF5ABC1182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pain_text4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9326C-674F-EB82-D5BC-C1D05BA7C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pain_text1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D1CDE-5E86-06BC-030A-FCB82FA1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pain_title }}</a:t>
            </a:r>
          </a:p>
        </p:txBody>
      </p:sp>
    </p:spTree>
    <p:extLst>
      <p:ext uri="{BB962C8B-B14F-4D97-AF65-F5344CB8AC3E}">
        <p14:creationId xmlns:p14="http://schemas.microsoft.com/office/powerpoint/2010/main" val="23919079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EDCA5-A362-772C-C861-5EAE8FA31C5F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context_text3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4C27C-4F44-7B8A-3CE9-B1F221AF76A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context_text6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7DF796-8AEE-E3CE-76E3-50B2279B25D9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context_text7 }}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1EB364-F4A6-9002-402E-3D11572424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t>{{ context_text2 }}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B8D61F9-4FED-062F-57CA-2171B54850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r>
              <a:t>{{ context_text5 }}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0141C54-BC67-FDDA-E547-1647F60D8D0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r>
              <a:t>{{ context_text8 }}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644DAE0-AD2F-B129-727A-92A680C40E70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context_text1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2D94A-B767-984B-025D-04B361CF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context_title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7B9E1-497D-7600-087A-74E113894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context_text4 }}</a:t>
            </a:r>
          </a:p>
        </p:txBody>
      </p:sp>
    </p:spTree>
    <p:extLst>
      <p:ext uri="{BB962C8B-B14F-4D97-AF65-F5344CB8AC3E}">
        <p14:creationId xmlns:p14="http://schemas.microsoft.com/office/powerpoint/2010/main" val="17920701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09087321-A400-D1CC-7E5A-88DEC8FE9112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investment_text3 }}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94A1397-8F66-FB02-C9BC-C1B686C47734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investment_text6 }}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EDA9E90-6F08-3677-8F96-F43700A1BF6C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investment_text7 }}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66EFB7F-3E14-B866-7968-520E1F91E3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t>{{ investment_text2 }}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ABCAAB8-A3AD-BBFC-E7FB-6746EF3779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r>
              <a:t>{{ investment_text5 }}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07E0D8B-BC23-B4E0-79A5-7DDF9D3337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r>
              <a:t>{{ investment_text8 }}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F1BF44-0668-FC34-6654-63316366AD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investment_text1 }}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BBFE93BF-DBD7-AD4D-0A2D-C33F28EE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investment_title }}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BED92C9-B146-251C-8665-5164052B7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investment_text4 }}</a:t>
            </a:r>
          </a:p>
        </p:txBody>
      </p:sp>
    </p:spTree>
    <p:extLst>
      <p:ext uri="{BB962C8B-B14F-4D97-AF65-F5344CB8AC3E}">
        <p14:creationId xmlns:p14="http://schemas.microsoft.com/office/powerpoint/2010/main" val="38018613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3153A70-2D28-7516-FB65-3889B097A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team_text11 }}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E8BF05E-A156-9814-6749-948867E02A6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team_text7 }}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58737AA-56A4-FECE-ABF8-745EF1C9723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team_text12 }}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5F65912-5451-3458-5590-3A69AF772661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team_text8 }}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51D0063-7772-EA37-7A6C-01B71420C31C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team_text13 }}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ECFD206-D04C-0733-3C17-EB6B1C2D30FE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team_text9 }}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834840E-66B8-8083-2D8B-522F7C99BA0B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t>{{ team_text10 }}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C690460-90AC-6FE9-C2BB-34952F240782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t>{{ team_text6 }}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25CC5A1-8FCF-6923-A2DD-044DE940B5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r>
              <a:t>{{ team_text2 }}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D0AB8D4-15B2-6506-651E-112BD3E4452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r>
              <a:t>{{ team_text5 }}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0CEEB52-AE58-546A-C891-B611055B639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r>
              <a:t>{{ team_text4 }}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89064BA-0C28-277B-61A3-5EA295E5150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r>
              <a:t>{{ team_text3 }}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F4781A7-BA3E-47BF-8AE8-B1894AC31A1B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/>
          <a:lstStyle/>
          <a:p>
            <a:r>
              <a:t>{{ team_text1 }}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E03E4B5-10B4-7E46-30DA-8132850E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team_title }}</a:t>
            </a:r>
          </a:p>
        </p:txBody>
      </p:sp>
    </p:spTree>
    <p:extLst>
      <p:ext uri="{BB962C8B-B14F-4D97-AF65-F5344CB8AC3E}">
        <p14:creationId xmlns:p14="http://schemas.microsoft.com/office/powerpoint/2010/main" val="17064762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5642C-912B-0EC0-3D50-DF593BB5E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approach_text2 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93846-4DC3-6A59-B760-6F21092309D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approach_text11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A35C4-386A-5A71-FCB5-D968F6307324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approach_text9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7EE23D-963E-22AE-7BEF-477FE717BE62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approach_text10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C355A6-2408-2210-FBC8-00DE1E27ED2B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approach_text8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0C3915-7E9B-F196-6D02-E0DD45CEA491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approach_text7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399BE8-5241-58D7-7B1B-B7CE0E03B58A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t>{{ approach_text3 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162417-C2A5-D16B-A7BF-FB1C202C74CE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approach_text4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F15A1B-F738-56DB-54CC-D35E5C5C122F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t>{{ approach_text5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A02D16B-8A07-D788-D914-C48C60F2064E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t>{{ approach_text6 }}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FF991EC-8C24-6CA0-18BD-7DB2A45E6E8C}"/>
              </a:ext>
            </a:extLst>
          </p:cNvPr>
          <p:cNvSpPr>
            <a:spLocks noGrp="1"/>
          </p:cNvSpPr>
          <p:nvPr>
            <p:ph type="body" sz="half" idx="27"/>
          </p:nvPr>
        </p:nvSpPr>
        <p:spPr/>
        <p:txBody>
          <a:bodyPr/>
          <a:lstStyle/>
          <a:p>
            <a:r>
              <a:t>{{ approach_text1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FAF6D-E3AE-139C-2F41-185B7102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approach_title }}</a:t>
            </a:r>
          </a:p>
        </p:txBody>
      </p:sp>
    </p:spTree>
    <p:extLst>
      <p:ext uri="{BB962C8B-B14F-4D97-AF65-F5344CB8AC3E}">
        <p14:creationId xmlns:p14="http://schemas.microsoft.com/office/powerpoint/2010/main" val="339991005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9732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PowerPoint Proposal Template.potx" id="{67EDC9BE-195C-4E2E-9987-9D862BB279CC}" vid="{1DD36912-53BA-41BA-BDA4-58B3A78B74B6}"/>
    </a:ext>
  </a:extLst>
</a:theme>
</file>

<file path=ppt/theme/theme2.xml><?xml version="1.0" encoding="utf-8"?>
<a:theme xmlns:a="http://schemas.openxmlformats.org/drawingml/2006/main" name="Agenda | Next Steps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General Content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</Template>
  <TotalTime>239</TotalTime>
  <Words>50</Words>
  <Application>Microsoft Office PowerPoint</Application>
  <PresentationFormat>On-screen Show (16:9)</PresentationFormat>
  <Paragraphs>39</Paragraphs>
  <Slides>147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147</vt:i4>
      </vt:variant>
    </vt:vector>
  </HeadingPairs>
  <TitlesOfParts>
    <vt:vector size="169" baseType="lpstr">
      <vt:lpstr>Aptos</vt:lpstr>
      <vt:lpstr>Arial</vt:lpstr>
      <vt:lpstr>Arial Nova</vt:lpstr>
      <vt:lpstr>Calibri</vt:lpstr>
      <vt:lpstr>Century Gothic</vt:lpstr>
      <vt:lpstr>DM Sans</vt:lpstr>
      <vt:lpstr>Fira Sans</vt:lpstr>
      <vt:lpstr>Fira Sans Medium</vt:lpstr>
      <vt:lpstr>Inter</vt:lpstr>
      <vt:lpstr>Lato Light</vt:lpstr>
      <vt:lpstr>Oswald</vt:lpstr>
      <vt:lpstr>Poppins</vt:lpstr>
      <vt:lpstr>Roboto Medium</vt:lpstr>
      <vt:lpstr>Cover Page</vt:lpstr>
      <vt:lpstr>Agenda | Next Steps Slides</vt:lpstr>
      <vt:lpstr>Team Slides</vt:lpstr>
      <vt:lpstr>Problem Slides</vt:lpstr>
      <vt:lpstr>Solution | Objective Slides</vt:lpstr>
      <vt:lpstr>General Content</vt:lpstr>
      <vt:lpstr>Insight Slides</vt:lpstr>
      <vt:lpstr>Approach | Roadmap Slides</vt:lpstr>
      <vt:lpstr>Comparison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PASSION</dc:title>
  <dc:creator/>
  <cp:lastModifiedBy/>
  <cp:revision>1</cp:revision>
  <cp:lastPrinted>2023-07-22T09:00:26Z</cp:lastPrinted>
  <dcterms:created xsi:type="dcterms:W3CDTF">2023-06-15T07:10:53Z</dcterms:created>
  <dcterms:modified xsi:type="dcterms:W3CDTF">2024-11-13T06:55:20Z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3f6681-6027-45ac-a9c2-14713e76fe9d_Enabled">
    <vt:lpwstr>true</vt:lpwstr>
  </property>
  <property fmtid="{D5CDD505-2E9C-101B-9397-08002B2CF9AE}" pid="3" name="MSIP_Label_b63f6681-6027-45ac-a9c2-14713e76fe9d_SetDate">
    <vt:lpwstr>2023-11-01T10:53:06Z</vt:lpwstr>
  </property>
  <property fmtid="{D5CDD505-2E9C-101B-9397-08002B2CF9AE}" pid="4" name="MSIP_Label_b63f6681-6027-45ac-a9c2-14713e76fe9d_Method">
    <vt:lpwstr>Standard</vt:lpwstr>
  </property>
  <property fmtid="{D5CDD505-2E9C-101B-9397-08002B2CF9AE}" pid="5" name="MSIP_Label_b63f6681-6027-45ac-a9c2-14713e76fe9d_Name">
    <vt:lpwstr>Confidential</vt:lpwstr>
  </property>
  <property fmtid="{D5CDD505-2E9C-101B-9397-08002B2CF9AE}" pid="6" name="MSIP_Label_b63f6681-6027-45ac-a9c2-14713e76fe9d_SiteId">
    <vt:lpwstr>f28e5d44-45ee-477d-953a-728a7c537813</vt:lpwstr>
  </property>
  <property fmtid="{D5CDD505-2E9C-101B-9397-08002B2CF9AE}" pid="7" name="MSIP_Label_b63f6681-6027-45ac-a9c2-14713e76fe9d_ActionId">
    <vt:lpwstr>b30bce34-0e54-4305-ac43-fb27eba94ed1</vt:lpwstr>
  </property>
  <property fmtid="{D5CDD505-2E9C-101B-9397-08002B2CF9AE}" pid="8" name="MSIP_Label_b63f6681-6027-45ac-a9c2-14713e76fe9d_ContentBits">
    <vt:lpwstr>0</vt:lpwstr>
  </property>
</Properties>
</file>