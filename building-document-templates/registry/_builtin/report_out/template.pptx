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11680"/>
            <a:ext cx="10545775" cy="1737360"/>
          </a:xfrm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F172A"/>
                </a:solidFill>
                <a:latin typeface="Segoe UI"/>
              </a:rPr>
              <a:t>{{ report_title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Segoe UI"/>
              </a:rPr>
              <a:t>PROJECT REPORT · {{ report_date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4617A"/>
                </a:solidFill>
                <a:latin typeface="Segoe UI"/>
              </a:rPr>
              <a:t>{{ report_subtitle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4617A"/>
                </a:solidFill>
                <a:latin typeface="Segoe UI"/>
              </a:rPr>
              <a:t>{{ author_line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0F172A"/>
                </a:solidFill>
                <a:latin typeface="Segoe UI"/>
              </a:rPr>
              <a:t>{{ executive_summary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749039"/>
            <a:ext cx="10545775" cy="10972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FFFFF"/>
                </a:solidFill>
                <a:latin typeface="Segoe UI"/>
              </a:rPr>
              <a:t>{{ findings_heading 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743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0891B2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Segoe UI"/>
              </a:rPr>
              <a:t>{{ findings_note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Key findings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findings 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evidence_heading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31720"/>
            <a:ext cx="10545775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4617A"/>
                </a:solidFill>
                <a:latin typeface="Segoe UI"/>
              </a:rPr>
              <a:t>{{ evidence_caption 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recommendations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783080"/>
            <a:ext cx="10545775" cy="15544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{{ conclusion_statement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891B2"/>
                </a:solidFill>
                <a:latin typeface="Segoe U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900">
                <a:solidFill>
                  <a:srgbClr val="F5F7FA"/>
                </a:solidFill>
                <a:latin typeface="Segoe UI"/>
              </a:rPr>
              <a:t>{{ next_steps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