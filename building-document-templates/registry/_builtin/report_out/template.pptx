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011680"/>
            <a:ext cx="10545775" cy="1737360"/>
          </a:xfrm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F172A"/>
                </a:solidFill>
                <a:latin typeface="Segoe UI"/>
              </a:rPr>
              <a:t>{{ report_title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4577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Segoe UI"/>
              </a:rPr>
              <a:t>PROJECT REPORT · {{ report_date 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54617A"/>
                </a:solidFill>
                <a:latin typeface="Segoe UI"/>
              </a:rPr>
              <a:t>{{ report_subtitle 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0644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4617A"/>
                </a:solidFill>
                <a:latin typeface="Segoe UI"/>
              </a:rPr>
              <a:t>{{ author_line 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Executive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45775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>
                <a:solidFill>
                  <a:srgbClr val="0F172A"/>
                </a:solidFill>
                <a:latin typeface="Segoe UI"/>
              </a:rPr>
              <a:t>{{ executive_summary 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3749039"/>
            <a:ext cx="10545775" cy="109728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800" b="1">
                <a:solidFill>
                  <a:srgbClr val="FFFFFF"/>
                </a:solidFill>
                <a:latin typeface="Segoe UI"/>
              </a:rPr>
              <a:t>{{ findings_heading 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27432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1">
                <a:solidFill>
                  <a:srgbClr val="0891B2"/>
                </a:solidFill>
                <a:latin typeface="Segoe U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93776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5F7FA"/>
                </a:solidFill>
                <a:latin typeface="Segoe UI"/>
              </a:rPr>
              <a:t>{{ findings_note 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{{ finding_heading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4577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2000">
                <a:solidFill>
                  <a:srgbClr val="0F172A"/>
                </a:solidFill>
                <a:latin typeface="Segoe UI"/>
              </a:rPr>
              <a:t>{{ finding_points 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{{ evidence_heading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331720"/>
            <a:ext cx="10545775" cy="3383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85216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4617A"/>
                </a:solidFill>
                <a:latin typeface="Segoe UI"/>
              </a:rPr>
              <a:t>{{ evidence_caption 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Recommendations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4577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2000">
                <a:solidFill>
                  <a:srgbClr val="0F172A"/>
                </a:solidFill>
                <a:latin typeface="Segoe UI"/>
              </a:rPr>
              <a:t>{{ recommendations 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783080"/>
            <a:ext cx="10545775" cy="155448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Segoe UI"/>
              </a:rPr>
              <a:t>{{ conclusion_statement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4577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891B2"/>
                </a:solidFill>
                <a:latin typeface="Segoe U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1900">
                <a:solidFill>
                  <a:srgbClr val="F5F7FA"/>
                </a:solidFill>
                <a:latin typeface="Segoe UI"/>
              </a:rPr>
              <a:t>{{ next_steps 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