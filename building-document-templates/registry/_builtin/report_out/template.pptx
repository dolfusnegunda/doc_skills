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PROJECT REPORT · {{ report_date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0F172A"/>
                </a:solidFill>
                <a:latin typeface="Segoe UI"/>
              </a:rPr>
              <a:t>{{ executive_summary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findings_heading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findings_note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finding_heading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finding_points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recommendations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conclusion_statement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