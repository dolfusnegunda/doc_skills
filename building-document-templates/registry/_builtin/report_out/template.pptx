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011680"/>
            <a:ext cx="10545775" cy="1737360"/>
          </a:xfrm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0F172A"/>
                </a:solidFill>
                <a:latin typeface="Segoe UI"/>
              </a:rPr>
              <a:t>{{ report_title }}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Segoe UI"/>
              </a:rPr>
              <a:t>PROJECT REPORT · {{ report_date 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54617A"/>
                </a:solidFill>
                <a:latin typeface="Segoe UI"/>
              </a:rPr>
              <a:t>{{ report_subtitle 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4617A"/>
                </a:solidFill>
                <a:latin typeface="Segoe UI"/>
              </a:rPr>
              <a:t>{{ author_line 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51560"/>
            <a:ext cx="10545775" cy="118872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F172A"/>
                </a:solidFill>
                <a:latin typeface="Segoe UI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0F172A"/>
                </a:solidFill>
                <a:latin typeface="Segoe UI"/>
              </a:rPr>
              <a:t>{{ executive_summary 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749039"/>
            <a:ext cx="10545775" cy="109728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FFFFF"/>
                </a:solidFill>
                <a:latin typeface="Segoe UI"/>
              </a:rPr>
              <a:t>{{ findings_heading 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7432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0891B2"/>
                </a:solidFill>
                <a:latin typeface="Segoe U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93776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5F7FA"/>
                </a:solidFill>
                <a:latin typeface="Segoe UI"/>
              </a:rPr>
              <a:t>{{ findings_note 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51560"/>
            <a:ext cx="10545775" cy="118872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F172A"/>
                </a:solidFill>
                <a:latin typeface="Segoe UI"/>
              </a:rPr>
              <a:t>{{ finding_heading }}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4577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Font typeface="Arial" pitchFamily="34" charset="0"/>
              <a:buChar char="•"/>
            </a:pPr>
            <a:r>
              <a:rPr sz="2000">
                <a:solidFill>
                  <a:srgbClr val="0F172A"/>
                </a:solidFill>
                <a:latin typeface="Segoe UI"/>
              </a:rPr>
              <a:t>{{ finding_points 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51560"/>
            <a:ext cx="10545775" cy="118872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F172A"/>
                </a:solidFill>
                <a:latin typeface="Segoe UI"/>
              </a:rPr>
              <a:t>{{ evidence_heading }}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31720"/>
            <a:ext cx="10545775" cy="3383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4617A"/>
                </a:solidFill>
                <a:latin typeface="Segoe UI"/>
              </a:rPr>
              <a:t>{{ evidence_caption 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51560"/>
            <a:ext cx="10545775" cy="118872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F172A"/>
                </a:solidFill>
                <a:latin typeface="Segoe UI"/>
              </a:rP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4577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Font typeface="Arial" pitchFamily="34" charset="0"/>
              <a:buChar char="•"/>
            </a:pPr>
            <a:r>
              <a:rPr sz="2000">
                <a:solidFill>
                  <a:srgbClr val="0F172A"/>
                </a:solidFill>
                <a:latin typeface="Segoe UI"/>
              </a:rPr>
              <a:t>{{ recommendations 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783080"/>
            <a:ext cx="10545775" cy="155448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{{ conclusion_statement }}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891B2"/>
                </a:solidFill>
                <a:latin typeface="Segoe U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4577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Font typeface="Arial" pitchFamily="34" charset="0"/>
              <a:buChar char="•"/>
            </a:pPr>
            <a:r>
              <a:rPr sz="1900">
                <a:solidFill>
                  <a:srgbClr val="F5F7FA"/>
                </a:solidFill>
                <a:latin typeface="Segoe UI"/>
              </a:rPr>
              <a:t>{{ next_steps 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