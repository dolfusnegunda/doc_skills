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30.xml" ContentType="application/vnd.openxmlformats-officedocument.presentationml.slide+xml"/>
  <Override PartName="/ppt/slides/slide137.xml" ContentType="application/vnd.openxmlformats-officedocument.presentationml.slide+xml"/>
  <Override PartName="/ppt/slides/slide2.xml" ContentType="application/vnd.openxmlformats-officedocument.presentationml.slide+xml"/>
  <Override PartName="/ppt/slides/slide36.xml" ContentType="application/vnd.openxmlformats-officedocument.presentationml.slide+xml"/>
  <Override PartName="/ppt/slides/slide50.xml" ContentType="application/vnd.openxmlformats-officedocument.presentationml.slide+xml"/>
  <Override PartName="/ppt/slides/slide8.xml" ContentType="application/vnd.openxmlformats-officedocument.presentationml.slide+xml"/>
  <Override PartName="/ppt/slides/slide8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1"/>
    <p:sldMasterId id="2147483910" r:id="rId2"/>
    <p:sldMasterId id="2147483938" r:id="rId4"/>
    <p:sldMasterId id="2147483954" r:id="rId6"/>
    <p:sldMasterId id="2147483977" r:id="rId8"/>
    <p:sldMasterId id="2147483911" r:id="rId9"/>
  </p:sldMasterIdLst>
  <p:notesMasterIdLst>
    <p:notesMasterId r:id="rId157"/>
  </p:notesMasterIdLst>
  <p:handoutMasterIdLst>
    <p:handoutMasterId r:id="rId158"/>
  </p:handoutMasterIdLst>
  <p:sldIdLst>
    <p:sldId id="4340" r:id="rId11"/>
    <p:sldId id="4204" r:id="rId17"/>
    <p:sldId id="4226" r:id="rId59"/>
    <p:sldId id="4251" r:id="rId45"/>
    <p:sldId id="4277" r:id="rId98"/>
    <p:sldId id="4314" r:id="rId139"/>
    <p:sldId id="4338" r:id="rId146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 of Templates" id="{9554B1B4-C7CA-C74F-8861-BF2A34BB2D4F}">
          <p14:sldIdLst>
            <p14:sldId id="4342"/>
            <p14:sldId id="4340"/>
            <p14:sldId id="4343"/>
          </p14:sldIdLst>
        </p14:section>
        <p14:section name="Agenda/Next Steps" id="{2D5FD0DA-43EC-44C5-BD21-5BED051E8F80}">
          <p14:sldIdLst>
            <p14:sldId id="4200"/>
            <p14:sldId id="4201"/>
            <p14:sldId id="4202"/>
            <p14:sldId id="4203"/>
            <p14:sldId id="4204"/>
            <p14:sldId id="4205"/>
            <p14:sldId id="4206"/>
            <p14:sldId id="4207"/>
            <p14:sldId id="4208"/>
            <p14:sldId id="4209"/>
            <p14:sldId id="4210"/>
            <p14:sldId id="4319"/>
            <p14:sldId id="4211"/>
            <p14:sldId id="4212"/>
            <p14:sldId id="4213"/>
            <p14:sldId id="4225"/>
            <p14:sldId id="4321"/>
            <p14:sldId id="4214"/>
            <p14:sldId id="4215"/>
          </p14:sldIdLst>
        </p14:section>
        <p14:section name="Team Slides" id="{CF1E1CFD-7726-44A2-B1F2-3A336EA31D75}">
          <p14:sldIdLst>
            <p14:sldId id="4216"/>
            <p14:sldId id="4217"/>
            <p14:sldId id="4218"/>
            <p14:sldId id="4219"/>
            <p14:sldId id="4222"/>
            <p14:sldId id="4223"/>
            <p14:sldId id="4220"/>
            <p14:sldId id="4221"/>
          </p14:sldIdLst>
        </p14:section>
        <p14:section name="Problem Slides" id="{C52B8A4D-807B-4438-9D7A-2CF546DC05C5}">
          <p14:sldIdLst>
            <p14:sldId id="4246"/>
            <p14:sldId id="4247"/>
            <p14:sldId id="4248"/>
            <p14:sldId id="4249"/>
            <p14:sldId id="4250"/>
            <p14:sldId id="4251"/>
            <p14:sldId id="4252"/>
          </p14:sldIdLst>
        </p14:section>
        <p14:section name="Solution | Objective Slides" id="{CE5B4AF9-4906-415A-87D8-D7D206631E98}">
          <p14:sldIdLst>
            <p14:sldId id="4253"/>
            <p14:sldId id="4254"/>
            <p14:sldId id="4320"/>
            <p14:sldId id="4255"/>
            <p14:sldId id="4256"/>
            <p14:sldId id="4257"/>
            <p14:sldId id="4258"/>
            <p14:sldId id="4259"/>
            <p14:sldId id="4260"/>
            <p14:sldId id="4332"/>
          </p14:sldIdLst>
        </p14:section>
        <p14:section name="General Content" id="{785B3DD6-DF8D-419D-A054-C74EFC1580AF}">
          <p14:sldIdLst>
            <p14:sldId id="4224"/>
            <p14:sldId id="4322"/>
            <p14:sldId id="4226"/>
            <p14:sldId id="4323"/>
            <p14:sldId id="4227"/>
            <p14:sldId id="4324"/>
            <p14:sldId id="4228"/>
            <p14:sldId id="4229"/>
            <p14:sldId id="4230"/>
            <p14:sldId id="4231"/>
            <p14:sldId id="4232"/>
            <p14:sldId id="4233"/>
            <p14:sldId id="4234"/>
            <p14:sldId id="4235"/>
            <p14:sldId id="4236"/>
            <p14:sldId id="4237"/>
            <p14:sldId id="4238"/>
            <p14:sldId id="4239"/>
            <p14:sldId id="4240"/>
            <p14:sldId id="4241"/>
            <p14:sldId id="4242"/>
            <p14:sldId id="4243"/>
            <p14:sldId id="4244"/>
            <p14:sldId id="4245"/>
          </p14:sldIdLst>
        </p14:section>
        <p14:section name="Insight Slides" id="{FBCD03F6-5A9C-435D-86B1-6C278845070B}">
          <p14:sldIdLst>
            <p14:sldId id="4261"/>
            <p14:sldId id="4262"/>
            <p14:sldId id="4263"/>
            <p14:sldId id="4264"/>
            <p14:sldId id="4265"/>
            <p14:sldId id="4266"/>
            <p14:sldId id="4267"/>
            <p14:sldId id="4325"/>
            <p14:sldId id="4268"/>
            <p14:sldId id="4326"/>
          </p14:sldIdLst>
        </p14:section>
        <p14:section name="Approach | Roadmap Slides" id="{75B37634-ADF2-4546-A059-FF40D334DD1A}">
          <p14:sldIdLst>
            <p14:sldId id="4271"/>
            <p14:sldId id="4270"/>
            <p14:sldId id="4272"/>
            <p14:sldId id="4273"/>
            <p14:sldId id="4274"/>
            <p14:sldId id="4275"/>
            <p14:sldId id="4276"/>
            <p14:sldId id="4277"/>
            <p14:sldId id="4278"/>
            <p14:sldId id="4279"/>
            <p14:sldId id="4280"/>
            <p14:sldId id="4281"/>
            <p14:sldId id="4282"/>
            <p14:sldId id="4283"/>
            <p14:sldId id="4284"/>
            <p14:sldId id="4285"/>
            <p14:sldId id="4286"/>
            <p14:sldId id="4287"/>
            <p14:sldId id="4288"/>
            <p14:sldId id="4289"/>
            <p14:sldId id="4290"/>
            <p14:sldId id="4291"/>
            <p14:sldId id="4292"/>
            <p14:sldId id="4293"/>
            <p14:sldId id="4294"/>
            <p14:sldId id="4295"/>
            <p14:sldId id="4296"/>
            <p14:sldId id="4297"/>
            <p14:sldId id="4298"/>
            <p14:sldId id="4299"/>
            <p14:sldId id="4300"/>
            <p14:sldId id="4334"/>
            <p14:sldId id="4301"/>
            <p14:sldId id="4333"/>
            <p14:sldId id="4330"/>
            <p14:sldId id="4302"/>
            <p14:sldId id="4303"/>
            <p14:sldId id="4304"/>
            <p14:sldId id="4306"/>
            <p14:sldId id="4335"/>
            <p14:sldId id="4305"/>
            <p14:sldId id="4307"/>
            <p14:sldId id="4336"/>
            <p14:sldId id="4308"/>
            <p14:sldId id="4309"/>
            <p14:sldId id="4310"/>
          </p14:sldIdLst>
        </p14:section>
        <p14:section name="Comparison Slides" id="{0356D0E2-34A1-4E08-824E-5E7AFF3DC2C5}">
          <p14:sldIdLst>
            <p14:sldId id="4312"/>
            <p14:sldId id="4313"/>
            <p14:sldId id="4314"/>
            <p14:sldId id="4315"/>
            <p14:sldId id="4316"/>
            <p14:sldId id="4317"/>
            <p14:sldId id="4318"/>
            <p14:sldId id="4331"/>
            <p14:sldId id="4337"/>
            <p14:sldId id="4338"/>
          </p14:sldIdLst>
        </p14:section>
        <p14:section name="Regional Slides" id="{914D7C30-4E9C-4BE7-B628-865275FD3E50}">
          <p14:sldIdLst>
            <p14:sldId id="4176"/>
            <p14:sldId id="4177"/>
            <p14:sldId id="4178"/>
            <p14:sldId id="4179"/>
            <p14:sldId id="4180"/>
            <p14:sldId id="4183"/>
            <p14:sldId id="4186"/>
            <p14:sldId id="4198"/>
            <p14:sldId id="4189"/>
            <p14:sldId id="41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26" userDrawn="1">
          <p15:clr>
            <a:srgbClr val="A4A3A4"/>
          </p15:clr>
        </p15:guide>
        <p15:guide id="2" pos="2903" userDrawn="1">
          <p15:clr>
            <a:srgbClr val="A4A3A4"/>
          </p15:clr>
        </p15:guide>
        <p15:guide id="3" orient="horz" pos="985" userDrawn="1">
          <p15:clr>
            <a:srgbClr val="A4A3A4"/>
          </p15:clr>
        </p15:guide>
        <p15:guide id="4" orient="horz" pos="5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042"/>
    <a:srgbClr val="F0F0F0"/>
    <a:srgbClr val="8C9EC0"/>
    <a:srgbClr val="4E67C8"/>
    <a:srgbClr val="FCFCFC"/>
    <a:srgbClr val="5ABFC1"/>
    <a:srgbClr val="0F6889"/>
    <a:srgbClr val="D6D6D6"/>
    <a:srgbClr val="3A989A"/>
    <a:srgbClr val="5A81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18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62"/>
      </p:cViewPr>
      <p:guideLst>
        <p:guide orient="horz" pos="3026"/>
        <p:guide pos="2903"/>
        <p:guide orient="horz" pos="985"/>
        <p:guide orient="horz" pos="5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6" Type="http://schemas.openxmlformats.org/officeDocument/2006/relationships/slideMaster" Target="slideMasters/slideMaster6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1" Type="http://schemas.openxmlformats.org/officeDocument/2006/relationships/slide" Target="slides/slide2.xml"/><Relationship Id="rId17" Type="http://schemas.openxmlformats.org/officeDocument/2006/relationships/slide" Target="slides/slide8.xml"/><Relationship Id="rId45" Type="http://schemas.openxmlformats.org/officeDocument/2006/relationships/slide" Target="slides/slide36.xml"/><Relationship Id="rId59" Type="http://schemas.openxmlformats.org/officeDocument/2006/relationships/slide" Target="slides/slide50.xml"/><Relationship Id="rId98" Type="http://schemas.openxmlformats.org/officeDocument/2006/relationships/slide" Target="slides/slide89.xml"/><Relationship Id="rId139" Type="http://schemas.openxmlformats.org/officeDocument/2006/relationships/slide" Target="slides/slide130.xml"/><Relationship Id="rId146" Type="http://schemas.openxmlformats.org/officeDocument/2006/relationships/slide" Target="slides/slide137.xml"/><Relationship Id="rId157" Type="http://schemas.openxmlformats.org/officeDocument/2006/relationships/notesMaster" Target="notesMasters/notesMaster1.xml"/><Relationship Id="rId158" Type="http://schemas.openxmlformats.org/officeDocument/2006/relationships/handoutMaster" Target="handoutMasters/handoutMaster1.xml"/><Relationship Id="rId159" Type="http://schemas.openxmlformats.org/officeDocument/2006/relationships/presProps" Target="presProps.xml"/><Relationship Id="rId160" Type="http://schemas.openxmlformats.org/officeDocument/2006/relationships/viewProps" Target="viewProps.xml"/><Relationship Id="rId161" Type="http://schemas.openxmlformats.org/officeDocument/2006/relationships/theme" Target="theme/theme1.xml"/><Relationship Id="rId16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3543C3-9724-C480-AC59-B258987509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83F85-C0DC-BADA-9B3B-ECFCE0B704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8708F-F928-44AA-9E39-1CE5E6A29F2F}" type="datetimeFigureOut">
              <a:rPr lang="en-ZA" smtClean="0"/>
              <a:t>2024/11/13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2E257-7195-6A8E-85E9-C48F5AD426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EBDCC-6173-8516-2DF1-2FAC914FA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44EB0-C377-4C06-81F2-16EBF9E3B77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1047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D2789-A930-6040-B61A-9605A076CE6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2BC6D-189C-F049-B140-9C4F18CB1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3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33BBCF-EBC0-4EAD-82A2-8053847B28D0}"/>
              </a:ext>
            </a:extLst>
          </p:cNvPr>
          <p:cNvSpPr/>
          <p:nvPr userDrawn="1"/>
        </p:nvSpPr>
        <p:spPr>
          <a:xfrm>
            <a:off x="7797600" y="4579200"/>
            <a:ext cx="1296000" cy="56429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1" name="Picture 10" descr="Mobile device with apps">
            <a:extLst>
              <a:ext uri="{FF2B5EF4-FFF2-40B4-BE49-F238E27FC236}">
                <a16:creationId xmlns:a16="http://schemas.microsoft.com/office/drawing/2014/main" id="{6C2334B3-C1F1-4C0C-22A0-E8BA28640F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4A54F74-FF37-DECC-5D70-8F8752EDD69F}"/>
              </a:ext>
            </a:extLst>
          </p:cNvPr>
          <p:cNvSpPr/>
          <p:nvPr userDrawn="1"/>
        </p:nvSpPr>
        <p:spPr>
          <a:xfrm>
            <a:off x="339090" y="1082040"/>
            <a:ext cx="8465820" cy="3642360"/>
          </a:xfrm>
          <a:prstGeom prst="rect">
            <a:avLst/>
          </a:prstGeom>
          <a:solidFill>
            <a:srgbClr val="FCFCF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523DF-39EE-E2D6-BEE2-7474F8967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5179" y="2938312"/>
            <a:ext cx="5296549" cy="369516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FAF5F6-C49A-CECC-77E6-79DAED59A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5179" y="2109377"/>
            <a:ext cx="5296549" cy="744404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3495F66-2B95-9B74-0F06-AEB0B33F5D4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521944" y="3392359"/>
            <a:ext cx="1119785" cy="169277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9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CC2F9-F8E8-56BA-14D5-27B540DB011F}"/>
              </a:ext>
            </a:extLst>
          </p:cNvPr>
          <p:cNvSpPr/>
          <p:nvPr userDrawn="1"/>
        </p:nvSpPr>
        <p:spPr>
          <a:xfrm>
            <a:off x="172719" y="2406064"/>
            <a:ext cx="453701" cy="331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66C08-DA71-9606-8BDE-D3BC60F68F29}"/>
              </a:ext>
            </a:extLst>
          </p:cNvPr>
          <p:cNvSpPr/>
          <p:nvPr userDrawn="1"/>
        </p:nvSpPr>
        <p:spPr>
          <a:xfrm>
            <a:off x="172718" y="2737537"/>
            <a:ext cx="453701" cy="3313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A55014-37B2-1BDC-3809-A9542B1493C7}"/>
              </a:ext>
            </a:extLst>
          </p:cNvPr>
          <p:cNvSpPr/>
          <p:nvPr userDrawn="1"/>
        </p:nvSpPr>
        <p:spPr>
          <a:xfrm>
            <a:off x="172718" y="3060994"/>
            <a:ext cx="453701" cy="33136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296E0-A42F-99D6-2106-A1FEAEC1BB5B}"/>
              </a:ext>
            </a:extLst>
          </p:cNvPr>
          <p:cNvSpPr txBox="1"/>
          <p:nvPr userDrawn="1"/>
        </p:nvSpPr>
        <p:spPr>
          <a:xfrm>
            <a:off x="0" y="4958830"/>
            <a:ext cx="5280127" cy="18466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solidFill>
                  <a:schemeClr val="bg1"/>
                </a:solidFill>
                <a:latin typeface="Arial Nova" panose="020B0504020202020204" pitchFamily="34" charset="0"/>
              </a:rPr>
              <a:t>© </a:t>
            </a:r>
            <a:r>
              <a:rPr lang="en-ZA" sz="600">
                <a:solidFill>
                  <a:schemeClr val="bg1"/>
                </a:solidFill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  <a:endParaRPr lang="en-US" sz="600" b="0" i="0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A0CD64-0AFE-8B43-4003-B08E7BC9A4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9518" r="16809"/>
          <a:stretch/>
        </p:blipFill>
        <p:spPr>
          <a:xfrm>
            <a:off x="172719" y="78394"/>
            <a:ext cx="2262587" cy="1106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864BFB-1617-F801-2B58-C96839D212C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30385" y="871453"/>
            <a:ext cx="3074525" cy="12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06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76E695D-4F99-C146-BF79-FFE528B4809C}"/>
              </a:ext>
            </a:extLst>
          </p:cNvPr>
          <p:cNvGrpSpPr/>
          <p:nvPr userDrawn="1"/>
        </p:nvGrpSpPr>
        <p:grpSpPr>
          <a:xfrm flipV="1">
            <a:off x="0" y="4286970"/>
            <a:ext cx="9144000" cy="141623"/>
            <a:chOff x="520454" y="1050704"/>
            <a:chExt cx="4054940" cy="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D58183E-5C47-D298-646D-CB93ACA21F3B}"/>
                </a:ext>
              </a:extLst>
            </p:cNvPr>
            <p:cNvCxnSpPr>
              <a:cxnSpLocks/>
            </p:cNvCxnSpPr>
            <p:nvPr/>
          </p:nvCxnSpPr>
          <p:spPr>
            <a:xfrm>
              <a:off x="520454" y="1050704"/>
              <a:ext cx="1357460" cy="0"/>
            </a:xfrm>
            <a:prstGeom prst="line">
              <a:avLst/>
            </a:prstGeom>
            <a:ln w="38100">
              <a:solidFill>
                <a:srgbClr val="C726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EA0A87-0449-055D-E76B-A661A896B095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22" y="1050704"/>
              <a:ext cx="1357460" cy="0"/>
            </a:xfrm>
            <a:prstGeom prst="line">
              <a:avLst/>
            </a:prstGeom>
            <a:ln w="38100">
              <a:solidFill>
                <a:srgbClr val="01639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D460E2-5D46-0336-41F2-9BE4D7156901}"/>
                </a:ext>
              </a:extLst>
            </p:cNvPr>
            <p:cNvCxnSpPr>
              <a:cxnSpLocks/>
            </p:cNvCxnSpPr>
            <p:nvPr/>
          </p:nvCxnSpPr>
          <p:spPr>
            <a:xfrm>
              <a:off x="3217934" y="1050704"/>
              <a:ext cx="1357460" cy="0"/>
            </a:xfrm>
            <a:prstGeom prst="line">
              <a:avLst/>
            </a:prstGeom>
            <a:ln w="38100">
              <a:solidFill>
                <a:srgbClr val="039A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C49D9D4-B55A-CD82-D145-55AFC555EED1}"/>
              </a:ext>
            </a:extLst>
          </p:cNvPr>
          <p:cNvSpPr txBox="1"/>
          <p:nvPr userDrawn="1"/>
        </p:nvSpPr>
        <p:spPr>
          <a:xfrm>
            <a:off x="-75491" y="4886274"/>
            <a:ext cx="528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>
                <a:latin typeface="Arial Nova" panose="020B0504020202020204" pitchFamily="34" charset="0"/>
              </a:rPr>
              <a:t>© </a:t>
            </a:r>
            <a:r>
              <a:rPr lang="en-ZA" sz="600">
                <a:effectLst/>
                <a:latin typeface="Arial Nova" panose="020B0504020202020204" pitchFamily="34" charset="0"/>
                <a:ea typeface="Calibri" panose="020F0502020204030204" pitchFamily="34" charset="0"/>
              </a:rPr>
              <a:t>CONFIDENTIAL</a:t>
            </a:r>
          </a:p>
          <a:p>
            <a:pPr algn="ctr"/>
            <a:endParaRPr lang="en-US" sz="600" b="0" i="0">
              <a:latin typeface="Arial Nova" panose="020B0504020202020204" pitchFamily="34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084D8DE-0F3C-3448-710F-257AF86669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332" y="2776923"/>
            <a:ext cx="2346446" cy="723007"/>
          </a:xfrm>
          <a:prstGeom prst="rect">
            <a:avLst/>
          </a:prstGeom>
        </p:spPr>
      </p:pic>
      <p:pic>
        <p:nvPicPr>
          <p:cNvPr id="3" name="Picture 2" descr="A close-up of letters&#10;&#10;Description automatically generated">
            <a:extLst>
              <a:ext uri="{FF2B5EF4-FFF2-40B4-BE49-F238E27FC236}">
                <a16:creationId xmlns:a16="http://schemas.microsoft.com/office/drawing/2014/main" id="{BACC714E-98BC-C805-4162-E1CC41C69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624" y="806875"/>
            <a:ext cx="4393170" cy="1509502"/>
          </a:xfrm>
          <a:prstGeom prst="rect">
            <a:avLst/>
          </a:prstGeom>
        </p:spPr>
      </p:pic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382B7581-E571-347F-1E00-A7DD06380CEB}"/>
              </a:ext>
            </a:extLst>
          </p:cNvPr>
          <p:cNvSpPr txBox="1">
            <a:spLocks/>
          </p:cNvSpPr>
          <p:nvPr userDrawn="1"/>
        </p:nvSpPr>
        <p:spPr>
          <a:xfrm>
            <a:off x="588282" y="3625944"/>
            <a:ext cx="8053210" cy="2682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100">
                <a:solidFill>
                  <a:schemeClr val="tx1"/>
                </a:solidFill>
              </a:rPr>
              <a:t>Company address  |  Contact  |  Website</a:t>
            </a:r>
            <a:r>
              <a:rPr lang="en-GB" sz="1100">
                <a:solidFill>
                  <a:schemeClr val="accent5"/>
                </a:solidFill>
              </a:rPr>
              <a:t> |      </a:t>
            </a:r>
            <a:r>
              <a:rPr lang="en-GB" sz="1100">
                <a:solidFill>
                  <a:schemeClr val="tx1"/>
                </a:solidFill>
              </a:rPr>
              <a:t/>
            </a:r>
            <a:r>
              <a:rPr lang="en-GB" sz="1100">
                <a:solidFill>
                  <a:schemeClr val="accent5"/>
                </a:solidFill>
              </a:rPr>
              <a:t>|</a:t>
            </a:r>
            <a:r>
              <a:rPr lang="en-GB" sz="1100">
                <a:solidFill>
                  <a:schemeClr val="tx1"/>
                </a:solidFill>
              </a:rPr>
              <a:t/>
            </a:r>
          </a:p>
          <a:p>
            <a:endParaRPr lang="en-GB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83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6A4C8A-21C1-3518-6C92-3CE83CFF8185}"/>
              </a:ext>
            </a:extLst>
          </p:cNvPr>
          <p:cNvSpPr/>
          <p:nvPr userDrawn="1"/>
        </p:nvSpPr>
        <p:spPr>
          <a:xfrm>
            <a:off x="0" y="0"/>
            <a:ext cx="5103159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Century Gothic" panose="020B0502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CB208-B11E-4B8D-8E79-43A26BB8ACB9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019865" y="656798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6CB5345-4757-591D-2A9F-F091DF0D07D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2019865" y="1438575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FF7556D-D470-3534-68E4-C38CE5E053E8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2019865" y="2220352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0E30979-C44F-3AC1-591D-A168BD9593B9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2019865" y="3002129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3BDA131-8E11-825F-EF05-C09F7F607BFA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2019865" y="3783907"/>
            <a:ext cx="2880000" cy="6469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Half Frame 17">
            <a:extLst>
              <a:ext uri="{FF2B5EF4-FFF2-40B4-BE49-F238E27FC236}">
                <a16:creationId xmlns:a16="http://schemas.microsoft.com/office/drawing/2014/main" id="{1E291D02-2AAB-0FF9-DE01-A5CBCFF2D9B7}"/>
              </a:ext>
            </a:extLst>
          </p:cNvPr>
          <p:cNvSpPr/>
          <p:nvPr userDrawn="1"/>
        </p:nvSpPr>
        <p:spPr>
          <a:xfrm rot="18923341">
            <a:off x="1648806" y="704525"/>
            <a:ext cx="540000" cy="540000"/>
          </a:xfrm>
          <a:prstGeom prst="halfFram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Half Frame 18">
            <a:extLst>
              <a:ext uri="{FF2B5EF4-FFF2-40B4-BE49-F238E27FC236}">
                <a16:creationId xmlns:a16="http://schemas.microsoft.com/office/drawing/2014/main" id="{ED448313-27B9-AC61-FDDF-BF780935574C}"/>
              </a:ext>
            </a:extLst>
          </p:cNvPr>
          <p:cNvSpPr/>
          <p:nvPr userDrawn="1"/>
        </p:nvSpPr>
        <p:spPr>
          <a:xfrm rot="18923341">
            <a:off x="1648806" y="1472910"/>
            <a:ext cx="540000" cy="540000"/>
          </a:xfrm>
          <a:prstGeom prst="halfFram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Half Frame 19">
            <a:extLst>
              <a:ext uri="{FF2B5EF4-FFF2-40B4-BE49-F238E27FC236}">
                <a16:creationId xmlns:a16="http://schemas.microsoft.com/office/drawing/2014/main" id="{976D59D5-5360-9113-ABF9-83FCDB7AA642}"/>
              </a:ext>
            </a:extLst>
          </p:cNvPr>
          <p:cNvSpPr/>
          <p:nvPr userDrawn="1"/>
        </p:nvSpPr>
        <p:spPr>
          <a:xfrm rot="18923341">
            <a:off x="1648807" y="2256892"/>
            <a:ext cx="540000" cy="540000"/>
          </a:xfrm>
          <a:prstGeom prst="halfFram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Half Frame 20">
            <a:extLst>
              <a:ext uri="{FF2B5EF4-FFF2-40B4-BE49-F238E27FC236}">
                <a16:creationId xmlns:a16="http://schemas.microsoft.com/office/drawing/2014/main" id="{589B7C85-37B0-029A-8CED-324A5A6AC1B7}"/>
              </a:ext>
            </a:extLst>
          </p:cNvPr>
          <p:cNvSpPr/>
          <p:nvPr userDrawn="1"/>
        </p:nvSpPr>
        <p:spPr>
          <a:xfrm rot="18923341">
            <a:off x="1648806" y="3047463"/>
            <a:ext cx="540000" cy="540000"/>
          </a:xfrm>
          <a:prstGeom prst="halfFram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Half Frame 21">
            <a:extLst>
              <a:ext uri="{FF2B5EF4-FFF2-40B4-BE49-F238E27FC236}">
                <a16:creationId xmlns:a16="http://schemas.microsoft.com/office/drawing/2014/main" id="{1C08CA25-A164-AEF1-73A6-8895156969C4}"/>
              </a:ext>
            </a:extLst>
          </p:cNvPr>
          <p:cNvSpPr/>
          <p:nvPr userDrawn="1"/>
        </p:nvSpPr>
        <p:spPr>
          <a:xfrm rot="18923341">
            <a:off x="1648806" y="3834873"/>
            <a:ext cx="540000" cy="540000"/>
          </a:xfrm>
          <a:prstGeom prst="halfFram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1C3CC4-DF02-7BAA-0489-A0367E68F31C}"/>
              </a:ext>
            </a:extLst>
          </p:cNvPr>
          <p:cNvSpPr txBox="1"/>
          <p:nvPr userDrawn="1"/>
        </p:nvSpPr>
        <p:spPr>
          <a:xfrm>
            <a:off x="602928" y="551592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1"/>
                </a:solidFill>
                <a:latin typeface="+mj-lt"/>
              </a:rPr>
              <a:t>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AEE51F-FA6D-BA5A-0AA2-DC47A3711592}"/>
              </a:ext>
            </a:extLst>
          </p:cNvPr>
          <p:cNvSpPr txBox="1"/>
          <p:nvPr userDrawn="1"/>
        </p:nvSpPr>
        <p:spPr>
          <a:xfrm>
            <a:off x="602928" y="1334598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2"/>
                </a:solidFill>
                <a:latin typeface="+mj-lt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F132A4-4D81-B0C8-D8D3-DF64A40C06FB}"/>
              </a:ext>
            </a:extLst>
          </p:cNvPr>
          <p:cNvSpPr txBox="1"/>
          <p:nvPr userDrawn="1"/>
        </p:nvSpPr>
        <p:spPr>
          <a:xfrm>
            <a:off x="602928" y="2117604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3"/>
                </a:solidFill>
                <a:latin typeface="+mj-lt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AC0E6B-AB1D-2838-D22A-B352259457F7}"/>
              </a:ext>
            </a:extLst>
          </p:cNvPr>
          <p:cNvSpPr txBox="1"/>
          <p:nvPr userDrawn="1"/>
        </p:nvSpPr>
        <p:spPr>
          <a:xfrm>
            <a:off x="602928" y="2900610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4"/>
                </a:solidFill>
                <a:latin typeface="+mj-lt"/>
              </a:rPr>
              <a:t>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188F08-881F-9155-4DED-BFD571CD0EBA}"/>
              </a:ext>
            </a:extLst>
          </p:cNvPr>
          <p:cNvSpPr txBox="1"/>
          <p:nvPr userDrawn="1"/>
        </p:nvSpPr>
        <p:spPr>
          <a:xfrm>
            <a:off x="602928" y="3683616"/>
            <a:ext cx="979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4800" b="1">
                <a:solidFill>
                  <a:schemeClr val="accent5"/>
                </a:solidFill>
                <a:latin typeface="+mj-lt"/>
              </a:rPr>
              <a:t>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846B0-1A57-47C0-1629-5F5B94260B07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FE8353-24DA-0E24-2B26-C50678B0A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BB29B09-79FF-1F95-47B2-21972B497C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506" y="1743040"/>
            <a:ext cx="3419709" cy="804783"/>
          </a:xfrm>
          <a:prstGeom prst="rect">
            <a:avLst/>
          </a:prstGeom>
        </p:spPr>
        <p:txBody>
          <a:bodyPr anchor="ctr"/>
          <a:lstStyle>
            <a:lvl1pPr algn="l"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AGENDA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A63E0CC-81DA-1A4B-B897-B464FC13B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48578" y="2566963"/>
            <a:ext cx="2705468" cy="5921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030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E4AB3E-BF4D-09BF-8B6D-24D631DBA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 65">
            <a:extLst>
              <a:ext uri="{FF2B5EF4-FFF2-40B4-BE49-F238E27FC236}">
                <a16:creationId xmlns:a16="http://schemas.microsoft.com/office/drawing/2014/main" id="{65C1CB2E-CDE0-D863-621C-7E797DCFBC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8542" y="2555272"/>
            <a:ext cx="216288" cy="988748"/>
          </a:xfrm>
          <a:custGeom>
            <a:avLst/>
            <a:gdLst>
              <a:gd name="T0" fmla="*/ 84 w 464"/>
              <a:gd name="T1" fmla="*/ 1850 h 2116"/>
              <a:gd name="T2" fmla="*/ 84 w 464"/>
              <a:gd name="T3" fmla="*/ 1690 h 2116"/>
              <a:gd name="T4" fmla="*/ 380 w 464"/>
              <a:gd name="T5" fmla="*/ 1690 h 2116"/>
              <a:gd name="T6" fmla="*/ 380 w 464"/>
              <a:gd name="T7" fmla="*/ 1814 h 2116"/>
              <a:gd name="T8" fmla="*/ 380 w 464"/>
              <a:gd name="T9" fmla="*/ 1850 h 2116"/>
              <a:gd name="T10" fmla="*/ 84 w 464"/>
              <a:gd name="T11" fmla="*/ 1850 h 2116"/>
              <a:gd name="T12" fmla="*/ 380 w 464"/>
              <a:gd name="T13" fmla="*/ 235 h 2116"/>
              <a:gd name="T14" fmla="*/ 380 w 464"/>
              <a:gd name="T15" fmla="*/ 395 h 2116"/>
              <a:gd name="T16" fmla="*/ 84 w 464"/>
              <a:gd name="T17" fmla="*/ 395 h 2116"/>
              <a:gd name="T18" fmla="*/ 84 w 464"/>
              <a:gd name="T19" fmla="*/ 301 h 2116"/>
              <a:gd name="T20" fmla="*/ 84 w 464"/>
              <a:gd name="T21" fmla="*/ 235 h 2116"/>
              <a:gd name="T22" fmla="*/ 380 w 464"/>
              <a:gd name="T23" fmla="*/ 235 h 2116"/>
              <a:gd name="T24" fmla="*/ 84 w 464"/>
              <a:gd name="T25" fmla="*/ 1448 h 2116"/>
              <a:gd name="T26" fmla="*/ 380 w 464"/>
              <a:gd name="T27" fmla="*/ 1448 h 2116"/>
              <a:gd name="T28" fmla="*/ 380 w 464"/>
              <a:gd name="T29" fmla="*/ 1607 h 2116"/>
              <a:gd name="T30" fmla="*/ 84 w 464"/>
              <a:gd name="T31" fmla="*/ 1607 h 2116"/>
              <a:gd name="T32" fmla="*/ 84 w 464"/>
              <a:gd name="T33" fmla="*/ 1448 h 2116"/>
              <a:gd name="T34" fmla="*/ 380 w 464"/>
              <a:gd name="T35" fmla="*/ 638 h 2116"/>
              <a:gd name="T36" fmla="*/ 84 w 464"/>
              <a:gd name="T37" fmla="*/ 638 h 2116"/>
              <a:gd name="T38" fmla="*/ 84 w 464"/>
              <a:gd name="T39" fmla="*/ 478 h 2116"/>
              <a:gd name="T40" fmla="*/ 380 w 464"/>
              <a:gd name="T41" fmla="*/ 478 h 2116"/>
              <a:gd name="T42" fmla="*/ 380 w 464"/>
              <a:gd name="T43" fmla="*/ 638 h 2116"/>
              <a:gd name="T44" fmla="*/ 84 w 464"/>
              <a:gd name="T45" fmla="*/ 1205 h 2116"/>
              <a:gd name="T46" fmla="*/ 380 w 464"/>
              <a:gd name="T47" fmla="*/ 1205 h 2116"/>
              <a:gd name="T48" fmla="*/ 380 w 464"/>
              <a:gd name="T49" fmla="*/ 1365 h 2116"/>
              <a:gd name="T50" fmla="*/ 84 w 464"/>
              <a:gd name="T51" fmla="*/ 1365 h 2116"/>
              <a:gd name="T52" fmla="*/ 84 w 464"/>
              <a:gd name="T53" fmla="*/ 1205 h 2116"/>
              <a:gd name="T54" fmla="*/ 380 w 464"/>
              <a:gd name="T55" fmla="*/ 1123 h 2116"/>
              <a:gd name="T56" fmla="*/ 84 w 464"/>
              <a:gd name="T57" fmla="*/ 1123 h 2116"/>
              <a:gd name="T58" fmla="*/ 84 w 464"/>
              <a:gd name="T59" fmla="*/ 963 h 2116"/>
              <a:gd name="T60" fmla="*/ 380 w 464"/>
              <a:gd name="T61" fmla="*/ 963 h 2116"/>
              <a:gd name="T62" fmla="*/ 380 w 464"/>
              <a:gd name="T63" fmla="*/ 1123 h 2116"/>
              <a:gd name="T64" fmla="*/ 380 w 464"/>
              <a:gd name="T65" fmla="*/ 880 h 2116"/>
              <a:gd name="T66" fmla="*/ 84 w 464"/>
              <a:gd name="T67" fmla="*/ 880 h 2116"/>
              <a:gd name="T68" fmla="*/ 84 w 464"/>
              <a:gd name="T69" fmla="*/ 720 h 2116"/>
              <a:gd name="T70" fmla="*/ 380 w 464"/>
              <a:gd name="T71" fmla="*/ 720 h 2116"/>
              <a:gd name="T72" fmla="*/ 380 w 464"/>
              <a:gd name="T73" fmla="*/ 731 h 2116"/>
              <a:gd name="T74" fmla="*/ 380 w 464"/>
              <a:gd name="T75" fmla="*/ 880 h 2116"/>
              <a:gd name="T76" fmla="*/ 380 w 464"/>
              <a:gd name="T77" fmla="*/ 52 h 2116"/>
              <a:gd name="T78" fmla="*/ 380 w 464"/>
              <a:gd name="T79" fmla="*/ 153 h 2116"/>
              <a:gd name="T80" fmla="*/ 84 w 464"/>
              <a:gd name="T81" fmla="*/ 153 h 2116"/>
              <a:gd name="T82" fmla="*/ 84 w 464"/>
              <a:gd name="T83" fmla="*/ 52 h 2116"/>
              <a:gd name="T84" fmla="*/ 84 w 464"/>
              <a:gd name="T85" fmla="*/ 52 h 2116"/>
              <a:gd name="T86" fmla="*/ 0 w 464"/>
              <a:gd name="T87" fmla="*/ 52 h 2116"/>
              <a:gd name="T88" fmla="*/ 0 w 464"/>
              <a:gd name="T89" fmla="*/ 731 h 2116"/>
              <a:gd name="T90" fmla="*/ 0 w 464"/>
              <a:gd name="T91" fmla="*/ 1814 h 2116"/>
              <a:gd name="T92" fmla="*/ 0 w 464"/>
              <a:gd name="T93" fmla="*/ 2062 h 2116"/>
              <a:gd name="T94" fmla="*/ 0 w 464"/>
              <a:gd name="T95" fmla="*/ 2062 h 2116"/>
              <a:gd name="T96" fmla="*/ 84 w 464"/>
              <a:gd name="T97" fmla="*/ 2062 h 2116"/>
              <a:gd name="T98" fmla="*/ 84 w 464"/>
              <a:gd name="T99" fmla="*/ 1933 h 2116"/>
              <a:gd name="T100" fmla="*/ 380 w 464"/>
              <a:gd name="T101" fmla="*/ 1933 h 2116"/>
              <a:gd name="T102" fmla="*/ 380 w 464"/>
              <a:gd name="T103" fmla="*/ 2062 h 2116"/>
              <a:gd name="T104" fmla="*/ 380 w 464"/>
              <a:gd name="T105" fmla="*/ 2062 h 2116"/>
              <a:gd name="T106" fmla="*/ 463 w 464"/>
              <a:gd name="T107" fmla="*/ 2062 h 2116"/>
              <a:gd name="T108" fmla="*/ 463 w 464"/>
              <a:gd name="T109" fmla="*/ 1383 h 2116"/>
              <a:gd name="T110" fmla="*/ 463 w 464"/>
              <a:gd name="T111" fmla="*/ 301 h 2116"/>
              <a:gd name="T112" fmla="*/ 463 w 464"/>
              <a:gd name="T113" fmla="*/ 52 h 2116"/>
              <a:gd name="T114" fmla="*/ 463 w 464"/>
              <a:gd name="T115" fmla="*/ 52 h 2116"/>
              <a:gd name="T116" fmla="*/ 380 w 464"/>
              <a:gd name="T117" fmla="*/ 52 h 2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64" h="2116">
                <a:moveTo>
                  <a:pt x="84" y="1850"/>
                </a:moveTo>
                <a:lnTo>
                  <a:pt x="84" y="1690"/>
                </a:lnTo>
                <a:lnTo>
                  <a:pt x="380" y="1690"/>
                </a:lnTo>
                <a:lnTo>
                  <a:pt x="380" y="1814"/>
                </a:lnTo>
                <a:lnTo>
                  <a:pt x="380" y="1850"/>
                </a:lnTo>
                <a:lnTo>
                  <a:pt x="84" y="1850"/>
                </a:lnTo>
                <a:close/>
                <a:moveTo>
                  <a:pt x="380" y="235"/>
                </a:moveTo>
                <a:lnTo>
                  <a:pt x="380" y="395"/>
                </a:lnTo>
                <a:lnTo>
                  <a:pt x="84" y="395"/>
                </a:lnTo>
                <a:lnTo>
                  <a:pt x="84" y="301"/>
                </a:lnTo>
                <a:lnTo>
                  <a:pt x="84" y="235"/>
                </a:lnTo>
                <a:lnTo>
                  <a:pt x="380" y="235"/>
                </a:lnTo>
                <a:close/>
                <a:moveTo>
                  <a:pt x="84" y="1448"/>
                </a:moveTo>
                <a:lnTo>
                  <a:pt x="380" y="1448"/>
                </a:lnTo>
                <a:lnTo>
                  <a:pt x="380" y="1607"/>
                </a:lnTo>
                <a:lnTo>
                  <a:pt x="84" y="1607"/>
                </a:lnTo>
                <a:lnTo>
                  <a:pt x="84" y="1448"/>
                </a:lnTo>
                <a:close/>
                <a:moveTo>
                  <a:pt x="380" y="638"/>
                </a:moveTo>
                <a:lnTo>
                  <a:pt x="84" y="638"/>
                </a:lnTo>
                <a:lnTo>
                  <a:pt x="84" y="478"/>
                </a:lnTo>
                <a:lnTo>
                  <a:pt x="380" y="478"/>
                </a:lnTo>
                <a:lnTo>
                  <a:pt x="380" y="638"/>
                </a:lnTo>
                <a:close/>
                <a:moveTo>
                  <a:pt x="84" y="1205"/>
                </a:moveTo>
                <a:lnTo>
                  <a:pt x="380" y="1205"/>
                </a:lnTo>
                <a:lnTo>
                  <a:pt x="380" y="1365"/>
                </a:lnTo>
                <a:lnTo>
                  <a:pt x="84" y="1365"/>
                </a:lnTo>
                <a:lnTo>
                  <a:pt x="84" y="1205"/>
                </a:lnTo>
                <a:close/>
                <a:moveTo>
                  <a:pt x="380" y="1123"/>
                </a:moveTo>
                <a:lnTo>
                  <a:pt x="84" y="1123"/>
                </a:lnTo>
                <a:lnTo>
                  <a:pt x="84" y="963"/>
                </a:lnTo>
                <a:lnTo>
                  <a:pt x="380" y="963"/>
                </a:lnTo>
                <a:lnTo>
                  <a:pt x="380" y="1123"/>
                </a:lnTo>
                <a:close/>
                <a:moveTo>
                  <a:pt x="380" y="880"/>
                </a:moveTo>
                <a:lnTo>
                  <a:pt x="84" y="880"/>
                </a:lnTo>
                <a:lnTo>
                  <a:pt x="84" y="720"/>
                </a:lnTo>
                <a:lnTo>
                  <a:pt x="380" y="720"/>
                </a:lnTo>
                <a:lnTo>
                  <a:pt x="380" y="731"/>
                </a:lnTo>
                <a:lnTo>
                  <a:pt x="380" y="880"/>
                </a:lnTo>
                <a:close/>
                <a:moveTo>
                  <a:pt x="380" y="52"/>
                </a:moveTo>
                <a:lnTo>
                  <a:pt x="380" y="153"/>
                </a:lnTo>
                <a:lnTo>
                  <a:pt x="84" y="153"/>
                </a:lnTo>
                <a:lnTo>
                  <a:pt x="84" y="52"/>
                </a:lnTo>
                <a:lnTo>
                  <a:pt x="84" y="52"/>
                </a:lnTo>
                <a:cubicBezTo>
                  <a:pt x="84" y="0"/>
                  <a:pt x="0" y="0"/>
                  <a:pt x="0" y="52"/>
                </a:cubicBezTo>
                <a:lnTo>
                  <a:pt x="0" y="731"/>
                </a:lnTo>
                <a:lnTo>
                  <a:pt x="0" y="1814"/>
                </a:lnTo>
                <a:lnTo>
                  <a:pt x="0" y="2062"/>
                </a:lnTo>
                <a:lnTo>
                  <a:pt x="0" y="2062"/>
                </a:lnTo>
                <a:cubicBezTo>
                  <a:pt x="0" y="2115"/>
                  <a:pt x="84" y="2115"/>
                  <a:pt x="84" y="2062"/>
                </a:cubicBezTo>
                <a:lnTo>
                  <a:pt x="84" y="1933"/>
                </a:lnTo>
                <a:lnTo>
                  <a:pt x="380" y="1933"/>
                </a:lnTo>
                <a:lnTo>
                  <a:pt x="380" y="2062"/>
                </a:lnTo>
                <a:lnTo>
                  <a:pt x="380" y="2062"/>
                </a:lnTo>
                <a:cubicBezTo>
                  <a:pt x="380" y="2115"/>
                  <a:pt x="463" y="2115"/>
                  <a:pt x="463" y="2062"/>
                </a:cubicBezTo>
                <a:lnTo>
                  <a:pt x="463" y="1383"/>
                </a:lnTo>
                <a:lnTo>
                  <a:pt x="463" y="301"/>
                </a:lnTo>
                <a:lnTo>
                  <a:pt x="463" y="52"/>
                </a:lnTo>
                <a:lnTo>
                  <a:pt x="463" y="52"/>
                </a:lnTo>
                <a:cubicBezTo>
                  <a:pt x="463" y="0"/>
                  <a:pt x="380" y="0"/>
                  <a:pt x="380" y="5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5" name="Freeform 66">
            <a:extLst>
              <a:ext uri="{FF2B5EF4-FFF2-40B4-BE49-F238E27FC236}">
                <a16:creationId xmlns:a16="http://schemas.microsoft.com/office/drawing/2014/main" id="{298FF00B-7FA5-2794-4FE7-15D79DA878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36461" y="1560344"/>
            <a:ext cx="216290" cy="988748"/>
          </a:xfrm>
          <a:custGeom>
            <a:avLst/>
            <a:gdLst>
              <a:gd name="T0" fmla="*/ 83 w 464"/>
              <a:gd name="T1" fmla="*/ 1850 h 2117"/>
              <a:gd name="T2" fmla="*/ 83 w 464"/>
              <a:gd name="T3" fmla="*/ 1691 h 2117"/>
              <a:gd name="T4" fmla="*/ 380 w 464"/>
              <a:gd name="T5" fmla="*/ 1691 h 2117"/>
              <a:gd name="T6" fmla="*/ 380 w 464"/>
              <a:gd name="T7" fmla="*/ 1814 h 2117"/>
              <a:gd name="T8" fmla="*/ 380 w 464"/>
              <a:gd name="T9" fmla="*/ 1850 h 2117"/>
              <a:gd name="T10" fmla="*/ 83 w 464"/>
              <a:gd name="T11" fmla="*/ 1850 h 2117"/>
              <a:gd name="T12" fmla="*/ 380 w 464"/>
              <a:gd name="T13" fmla="*/ 236 h 2117"/>
              <a:gd name="T14" fmla="*/ 380 w 464"/>
              <a:gd name="T15" fmla="*/ 395 h 2117"/>
              <a:gd name="T16" fmla="*/ 83 w 464"/>
              <a:gd name="T17" fmla="*/ 395 h 2117"/>
              <a:gd name="T18" fmla="*/ 83 w 464"/>
              <a:gd name="T19" fmla="*/ 301 h 2117"/>
              <a:gd name="T20" fmla="*/ 83 w 464"/>
              <a:gd name="T21" fmla="*/ 236 h 2117"/>
              <a:gd name="T22" fmla="*/ 380 w 464"/>
              <a:gd name="T23" fmla="*/ 236 h 2117"/>
              <a:gd name="T24" fmla="*/ 83 w 464"/>
              <a:gd name="T25" fmla="*/ 1449 h 2117"/>
              <a:gd name="T26" fmla="*/ 380 w 464"/>
              <a:gd name="T27" fmla="*/ 1449 h 2117"/>
              <a:gd name="T28" fmla="*/ 380 w 464"/>
              <a:gd name="T29" fmla="*/ 1608 h 2117"/>
              <a:gd name="T30" fmla="*/ 83 w 464"/>
              <a:gd name="T31" fmla="*/ 1608 h 2117"/>
              <a:gd name="T32" fmla="*/ 83 w 464"/>
              <a:gd name="T33" fmla="*/ 1449 h 2117"/>
              <a:gd name="T34" fmla="*/ 380 w 464"/>
              <a:gd name="T35" fmla="*/ 638 h 2117"/>
              <a:gd name="T36" fmla="*/ 83 w 464"/>
              <a:gd name="T37" fmla="*/ 638 h 2117"/>
              <a:gd name="T38" fmla="*/ 83 w 464"/>
              <a:gd name="T39" fmla="*/ 479 h 2117"/>
              <a:gd name="T40" fmla="*/ 380 w 464"/>
              <a:gd name="T41" fmla="*/ 479 h 2117"/>
              <a:gd name="T42" fmla="*/ 380 w 464"/>
              <a:gd name="T43" fmla="*/ 638 h 2117"/>
              <a:gd name="T44" fmla="*/ 83 w 464"/>
              <a:gd name="T45" fmla="*/ 1206 h 2117"/>
              <a:gd name="T46" fmla="*/ 380 w 464"/>
              <a:gd name="T47" fmla="*/ 1206 h 2117"/>
              <a:gd name="T48" fmla="*/ 380 w 464"/>
              <a:gd name="T49" fmla="*/ 1365 h 2117"/>
              <a:gd name="T50" fmla="*/ 83 w 464"/>
              <a:gd name="T51" fmla="*/ 1365 h 2117"/>
              <a:gd name="T52" fmla="*/ 83 w 464"/>
              <a:gd name="T53" fmla="*/ 1206 h 2117"/>
              <a:gd name="T54" fmla="*/ 380 w 464"/>
              <a:gd name="T55" fmla="*/ 1123 h 2117"/>
              <a:gd name="T56" fmla="*/ 83 w 464"/>
              <a:gd name="T57" fmla="*/ 1123 h 2117"/>
              <a:gd name="T58" fmla="*/ 83 w 464"/>
              <a:gd name="T59" fmla="*/ 964 h 2117"/>
              <a:gd name="T60" fmla="*/ 380 w 464"/>
              <a:gd name="T61" fmla="*/ 964 h 2117"/>
              <a:gd name="T62" fmla="*/ 380 w 464"/>
              <a:gd name="T63" fmla="*/ 1123 h 2117"/>
              <a:gd name="T64" fmla="*/ 380 w 464"/>
              <a:gd name="T65" fmla="*/ 880 h 2117"/>
              <a:gd name="T66" fmla="*/ 83 w 464"/>
              <a:gd name="T67" fmla="*/ 880 h 2117"/>
              <a:gd name="T68" fmla="*/ 83 w 464"/>
              <a:gd name="T69" fmla="*/ 721 h 2117"/>
              <a:gd name="T70" fmla="*/ 380 w 464"/>
              <a:gd name="T71" fmla="*/ 721 h 2117"/>
              <a:gd name="T72" fmla="*/ 380 w 464"/>
              <a:gd name="T73" fmla="*/ 732 h 2117"/>
              <a:gd name="T74" fmla="*/ 380 w 464"/>
              <a:gd name="T75" fmla="*/ 880 h 2117"/>
              <a:gd name="T76" fmla="*/ 380 w 464"/>
              <a:gd name="T77" fmla="*/ 53 h 2117"/>
              <a:gd name="T78" fmla="*/ 380 w 464"/>
              <a:gd name="T79" fmla="*/ 153 h 2117"/>
              <a:gd name="T80" fmla="*/ 83 w 464"/>
              <a:gd name="T81" fmla="*/ 153 h 2117"/>
              <a:gd name="T82" fmla="*/ 83 w 464"/>
              <a:gd name="T83" fmla="*/ 53 h 2117"/>
              <a:gd name="T84" fmla="*/ 83 w 464"/>
              <a:gd name="T85" fmla="*/ 53 h 2117"/>
              <a:gd name="T86" fmla="*/ 0 w 464"/>
              <a:gd name="T87" fmla="*/ 53 h 2117"/>
              <a:gd name="T88" fmla="*/ 0 w 464"/>
              <a:gd name="T89" fmla="*/ 732 h 2117"/>
              <a:gd name="T90" fmla="*/ 0 w 464"/>
              <a:gd name="T91" fmla="*/ 1814 h 2117"/>
              <a:gd name="T92" fmla="*/ 0 w 464"/>
              <a:gd name="T93" fmla="*/ 2063 h 2117"/>
              <a:gd name="T94" fmla="*/ 0 w 464"/>
              <a:gd name="T95" fmla="*/ 2063 h 2117"/>
              <a:gd name="T96" fmla="*/ 83 w 464"/>
              <a:gd name="T97" fmla="*/ 2063 h 2117"/>
              <a:gd name="T98" fmla="*/ 83 w 464"/>
              <a:gd name="T99" fmla="*/ 1933 h 2117"/>
              <a:gd name="T100" fmla="*/ 380 w 464"/>
              <a:gd name="T101" fmla="*/ 1933 h 2117"/>
              <a:gd name="T102" fmla="*/ 380 w 464"/>
              <a:gd name="T103" fmla="*/ 2063 h 2117"/>
              <a:gd name="T104" fmla="*/ 380 w 464"/>
              <a:gd name="T105" fmla="*/ 2063 h 2117"/>
              <a:gd name="T106" fmla="*/ 463 w 464"/>
              <a:gd name="T107" fmla="*/ 2063 h 2117"/>
              <a:gd name="T108" fmla="*/ 463 w 464"/>
              <a:gd name="T109" fmla="*/ 1384 h 2117"/>
              <a:gd name="T110" fmla="*/ 463 w 464"/>
              <a:gd name="T111" fmla="*/ 301 h 2117"/>
              <a:gd name="T112" fmla="*/ 463 w 464"/>
              <a:gd name="T113" fmla="*/ 53 h 2117"/>
              <a:gd name="T114" fmla="*/ 463 w 464"/>
              <a:gd name="T115" fmla="*/ 53 h 2117"/>
              <a:gd name="T116" fmla="*/ 380 w 464"/>
              <a:gd name="T117" fmla="*/ 53 h 2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64" h="2117">
                <a:moveTo>
                  <a:pt x="83" y="1850"/>
                </a:moveTo>
                <a:lnTo>
                  <a:pt x="83" y="1691"/>
                </a:lnTo>
                <a:lnTo>
                  <a:pt x="380" y="1691"/>
                </a:lnTo>
                <a:lnTo>
                  <a:pt x="380" y="1814"/>
                </a:lnTo>
                <a:lnTo>
                  <a:pt x="380" y="1850"/>
                </a:lnTo>
                <a:lnTo>
                  <a:pt x="83" y="1850"/>
                </a:lnTo>
                <a:close/>
                <a:moveTo>
                  <a:pt x="380" y="236"/>
                </a:moveTo>
                <a:lnTo>
                  <a:pt x="380" y="395"/>
                </a:lnTo>
                <a:lnTo>
                  <a:pt x="83" y="395"/>
                </a:lnTo>
                <a:lnTo>
                  <a:pt x="83" y="301"/>
                </a:lnTo>
                <a:lnTo>
                  <a:pt x="83" y="236"/>
                </a:lnTo>
                <a:lnTo>
                  <a:pt x="380" y="236"/>
                </a:lnTo>
                <a:close/>
                <a:moveTo>
                  <a:pt x="83" y="1449"/>
                </a:moveTo>
                <a:lnTo>
                  <a:pt x="380" y="1449"/>
                </a:lnTo>
                <a:lnTo>
                  <a:pt x="380" y="1608"/>
                </a:lnTo>
                <a:lnTo>
                  <a:pt x="83" y="1608"/>
                </a:lnTo>
                <a:lnTo>
                  <a:pt x="83" y="1449"/>
                </a:lnTo>
                <a:close/>
                <a:moveTo>
                  <a:pt x="380" y="638"/>
                </a:moveTo>
                <a:lnTo>
                  <a:pt x="83" y="638"/>
                </a:lnTo>
                <a:lnTo>
                  <a:pt x="83" y="479"/>
                </a:lnTo>
                <a:lnTo>
                  <a:pt x="380" y="479"/>
                </a:lnTo>
                <a:lnTo>
                  <a:pt x="380" y="638"/>
                </a:lnTo>
                <a:close/>
                <a:moveTo>
                  <a:pt x="83" y="1206"/>
                </a:moveTo>
                <a:lnTo>
                  <a:pt x="380" y="1206"/>
                </a:lnTo>
                <a:lnTo>
                  <a:pt x="380" y="1365"/>
                </a:lnTo>
                <a:lnTo>
                  <a:pt x="83" y="1365"/>
                </a:lnTo>
                <a:lnTo>
                  <a:pt x="83" y="1206"/>
                </a:lnTo>
                <a:close/>
                <a:moveTo>
                  <a:pt x="380" y="1123"/>
                </a:moveTo>
                <a:lnTo>
                  <a:pt x="83" y="1123"/>
                </a:lnTo>
                <a:lnTo>
                  <a:pt x="83" y="964"/>
                </a:lnTo>
                <a:lnTo>
                  <a:pt x="380" y="964"/>
                </a:lnTo>
                <a:lnTo>
                  <a:pt x="380" y="1123"/>
                </a:lnTo>
                <a:close/>
                <a:moveTo>
                  <a:pt x="380" y="880"/>
                </a:moveTo>
                <a:lnTo>
                  <a:pt x="83" y="880"/>
                </a:lnTo>
                <a:lnTo>
                  <a:pt x="83" y="721"/>
                </a:lnTo>
                <a:lnTo>
                  <a:pt x="380" y="721"/>
                </a:lnTo>
                <a:lnTo>
                  <a:pt x="380" y="732"/>
                </a:lnTo>
                <a:lnTo>
                  <a:pt x="380" y="880"/>
                </a:lnTo>
                <a:close/>
                <a:moveTo>
                  <a:pt x="380" y="53"/>
                </a:moveTo>
                <a:lnTo>
                  <a:pt x="380" y="153"/>
                </a:lnTo>
                <a:lnTo>
                  <a:pt x="83" y="153"/>
                </a:lnTo>
                <a:lnTo>
                  <a:pt x="83" y="53"/>
                </a:lnTo>
                <a:lnTo>
                  <a:pt x="83" y="53"/>
                </a:lnTo>
                <a:cubicBezTo>
                  <a:pt x="83" y="0"/>
                  <a:pt x="0" y="0"/>
                  <a:pt x="0" y="53"/>
                </a:cubicBezTo>
                <a:lnTo>
                  <a:pt x="0" y="732"/>
                </a:lnTo>
                <a:lnTo>
                  <a:pt x="0" y="1814"/>
                </a:lnTo>
                <a:lnTo>
                  <a:pt x="0" y="2063"/>
                </a:lnTo>
                <a:lnTo>
                  <a:pt x="0" y="2063"/>
                </a:lnTo>
                <a:cubicBezTo>
                  <a:pt x="0" y="2116"/>
                  <a:pt x="83" y="2116"/>
                  <a:pt x="83" y="2063"/>
                </a:cubicBezTo>
                <a:lnTo>
                  <a:pt x="83" y="1933"/>
                </a:lnTo>
                <a:lnTo>
                  <a:pt x="380" y="1933"/>
                </a:lnTo>
                <a:lnTo>
                  <a:pt x="380" y="2063"/>
                </a:lnTo>
                <a:lnTo>
                  <a:pt x="380" y="2063"/>
                </a:lnTo>
                <a:cubicBezTo>
                  <a:pt x="380" y="2116"/>
                  <a:pt x="463" y="2116"/>
                  <a:pt x="463" y="2063"/>
                </a:cubicBezTo>
                <a:lnTo>
                  <a:pt x="463" y="1384"/>
                </a:lnTo>
                <a:lnTo>
                  <a:pt x="463" y="301"/>
                </a:lnTo>
                <a:lnTo>
                  <a:pt x="463" y="53"/>
                </a:lnTo>
                <a:lnTo>
                  <a:pt x="463" y="53"/>
                </a:lnTo>
                <a:cubicBezTo>
                  <a:pt x="463" y="0"/>
                  <a:pt x="380" y="0"/>
                  <a:pt x="380" y="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6" name="Freeform 67">
            <a:extLst>
              <a:ext uri="{FF2B5EF4-FFF2-40B4-BE49-F238E27FC236}">
                <a16:creationId xmlns:a16="http://schemas.microsoft.com/office/drawing/2014/main" id="{04B09390-2870-108A-0EBF-E81142B69AC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05547" y="3566679"/>
            <a:ext cx="1170019" cy="953729"/>
          </a:xfrm>
          <a:custGeom>
            <a:avLst/>
            <a:gdLst>
              <a:gd name="T0" fmla="*/ 2505 w 2506"/>
              <a:gd name="T1" fmla="*/ 2039 h 2040"/>
              <a:gd name="T2" fmla="*/ 0 w 2506"/>
              <a:gd name="T3" fmla="*/ 2039 h 2040"/>
              <a:gd name="T4" fmla="*/ 0 w 2506"/>
              <a:gd name="T5" fmla="*/ 0 h 2040"/>
              <a:gd name="T6" fmla="*/ 2505 w 2506"/>
              <a:gd name="T7" fmla="*/ 0 h 2040"/>
              <a:gd name="T8" fmla="*/ 2505 w 2506"/>
              <a:gd name="T9" fmla="*/ 2039 h 2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06" h="2040">
                <a:moveTo>
                  <a:pt x="2505" y="2039"/>
                </a:moveTo>
                <a:lnTo>
                  <a:pt x="0" y="2039"/>
                </a:lnTo>
                <a:lnTo>
                  <a:pt x="0" y="0"/>
                </a:lnTo>
                <a:lnTo>
                  <a:pt x="2505" y="0"/>
                </a:lnTo>
                <a:lnTo>
                  <a:pt x="2505" y="2039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7" name="Freeform 68">
            <a:extLst>
              <a:ext uri="{FF2B5EF4-FFF2-40B4-BE49-F238E27FC236}">
                <a16:creationId xmlns:a16="http://schemas.microsoft.com/office/drawing/2014/main" id="{9DA329B8-2366-D7E2-4537-FC4EAC6C5D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35528" y="2577931"/>
            <a:ext cx="1170019" cy="1942478"/>
          </a:xfrm>
          <a:custGeom>
            <a:avLst/>
            <a:gdLst>
              <a:gd name="T0" fmla="*/ 0 w 2506"/>
              <a:gd name="T1" fmla="*/ 0 h 4157"/>
              <a:gd name="T2" fmla="*/ 0 w 2506"/>
              <a:gd name="T3" fmla="*/ 2117 h 4157"/>
              <a:gd name="T4" fmla="*/ 0 w 2506"/>
              <a:gd name="T5" fmla="*/ 2789 h 4157"/>
              <a:gd name="T6" fmla="*/ 0 w 2506"/>
              <a:gd name="T7" fmla="*/ 4156 h 4157"/>
              <a:gd name="T8" fmla="*/ 2505 w 2506"/>
              <a:gd name="T9" fmla="*/ 4156 h 4157"/>
              <a:gd name="T10" fmla="*/ 2505 w 2506"/>
              <a:gd name="T11" fmla="*/ 2789 h 4157"/>
              <a:gd name="T12" fmla="*/ 2505 w 2506"/>
              <a:gd name="T13" fmla="*/ 2117 h 4157"/>
              <a:gd name="T14" fmla="*/ 2505 w 2506"/>
              <a:gd name="T15" fmla="*/ 0 h 4157"/>
              <a:gd name="T16" fmla="*/ 0 w 2506"/>
              <a:gd name="T17" fmla="*/ 0 h 4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06" h="4157">
                <a:moveTo>
                  <a:pt x="0" y="0"/>
                </a:moveTo>
                <a:lnTo>
                  <a:pt x="0" y="2117"/>
                </a:lnTo>
                <a:lnTo>
                  <a:pt x="0" y="2789"/>
                </a:lnTo>
                <a:lnTo>
                  <a:pt x="0" y="4156"/>
                </a:lnTo>
                <a:lnTo>
                  <a:pt x="2505" y="4156"/>
                </a:lnTo>
                <a:lnTo>
                  <a:pt x="2505" y="2789"/>
                </a:lnTo>
                <a:lnTo>
                  <a:pt x="2505" y="2117"/>
                </a:lnTo>
                <a:lnTo>
                  <a:pt x="2505" y="0"/>
                </a:lnTo>
                <a:lnTo>
                  <a:pt x="0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8" name="Freeform 69">
            <a:extLst>
              <a:ext uri="{FF2B5EF4-FFF2-40B4-BE49-F238E27FC236}">
                <a16:creationId xmlns:a16="http://schemas.microsoft.com/office/drawing/2014/main" id="{9CDAAA06-AA44-4341-A15C-39D921D5302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5509" y="1580943"/>
            <a:ext cx="1170019" cy="2941526"/>
          </a:xfrm>
          <a:custGeom>
            <a:avLst/>
            <a:gdLst>
              <a:gd name="T0" fmla="*/ 0 w 2506"/>
              <a:gd name="T1" fmla="*/ 0 h 6295"/>
              <a:gd name="T2" fmla="*/ 0 w 2506"/>
              <a:gd name="T3" fmla="*/ 3287 h 6295"/>
              <a:gd name="T4" fmla="*/ 0 w 2506"/>
              <a:gd name="T5" fmla="*/ 4279 h 6295"/>
              <a:gd name="T6" fmla="*/ 0 w 2506"/>
              <a:gd name="T7" fmla="*/ 6294 h 6295"/>
              <a:gd name="T8" fmla="*/ 2505 w 2506"/>
              <a:gd name="T9" fmla="*/ 6294 h 6295"/>
              <a:gd name="T10" fmla="*/ 2505 w 2506"/>
              <a:gd name="T11" fmla="*/ 4279 h 6295"/>
              <a:gd name="T12" fmla="*/ 2505 w 2506"/>
              <a:gd name="T13" fmla="*/ 3287 h 6295"/>
              <a:gd name="T14" fmla="*/ 2505 w 2506"/>
              <a:gd name="T15" fmla="*/ 0 h 6295"/>
              <a:gd name="T16" fmla="*/ 0 w 2506"/>
              <a:gd name="T17" fmla="*/ 0 h 6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06" h="6295">
                <a:moveTo>
                  <a:pt x="0" y="0"/>
                </a:moveTo>
                <a:lnTo>
                  <a:pt x="0" y="3287"/>
                </a:lnTo>
                <a:lnTo>
                  <a:pt x="0" y="4279"/>
                </a:lnTo>
                <a:lnTo>
                  <a:pt x="0" y="6294"/>
                </a:lnTo>
                <a:lnTo>
                  <a:pt x="2505" y="6294"/>
                </a:lnTo>
                <a:lnTo>
                  <a:pt x="2505" y="4279"/>
                </a:lnTo>
                <a:lnTo>
                  <a:pt x="2505" y="3287"/>
                </a:lnTo>
                <a:lnTo>
                  <a:pt x="2505" y="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9" name="Freeform 70">
            <a:extLst>
              <a:ext uri="{FF2B5EF4-FFF2-40B4-BE49-F238E27FC236}">
                <a16:creationId xmlns:a16="http://schemas.microsoft.com/office/drawing/2014/main" id="{DC56D8D0-1877-5837-1CB0-88618D9317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2082" y="3537841"/>
            <a:ext cx="216288" cy="988748"/>
          </a:xfrm>
          <a:custGeom>
            <a:avLst/>
            <a:gdLst>
              <a:gd name="T0" fmla="*/ 83 w 464"/>
              <a:gd name="T1" fmla="*/ 1851 h 2117"/>
              <a:gd name="T2" fmla="*/ 83 w 464"/>
              <a:gd name="T3" fmla="*/ 1691 h 2117"/>
              <a:gd name="T4" fmla="*/ 380 w 464"/>
              <a:gd name="T5" fmla="*/ 1691 h 2117"/>
              <a:gd name="T6" fmla="*/ 380 w 464"/>
              <a:gd name="T7" fmla="*/ 1814 h 2117"/>
              <a:gd name="T8" fmla="*/ 380 w 464"/>
              <a:gd name="T9" fmla="*/ 1851 h 2117"/>
              <a:gd name="T10" fmla="*/ 83 w 464"/>
              <a:gd name="T11" fmla="*/ 1851 h 2117"/>
              <a:gd name="T12" fmla="*/ 380 w 464"/>
              <a:gd name="T13" fmla="*/ 236 h 2117"/>
              <a:gd name="T14" fmla="*/ 380 w 464"/>
              <a:gd name="T15" fmla="*/ 396 h 2117"/>
              <a:gd name="T16" fmla="*/ 83 w 464"/>
              <a:gd name="T17" fmla="*/ 396 h 2117"/>
              <a:gd name="T18" fmla="*/ 83 w 464"/>
              <a:gd name="T19" fmla="*/ 302 h 2117"/>
              <a:gd name="T20" fmla="*/ 83 w 464"/>
              <a:gd name="T21" fmla="*/ 236 h 2117"/>
              <a:gd name="T22" fmla="*/ 380 w 464"/>
              <a:gd name="T23" fmla="*/ 236 h 2117"/>
              <a:gd name="T24" fmla="*/ 83 w 464"/>
              <a:gd name="T25" fmla="*/ 1448 h 2117"/>
              <a:gd name="T26" fmla="*/ 380 w 464"/>
              <a:gd name="T27" fmla="*/ 1448 h 2117"/>
              <a:gd name="T28" fmla="*/ 380 w 464"/>
              <a:gd name="T29" fmla="*/ 1608 h 2117"/>
              <a:gd name="T30" fmla="*/ 83 w 464"/>
              <a:gd name="T31" fmla="*/ 1608 h 2117"/>
              <a:gd name="T32" fmla="*/ 83 w 464"/>
              <a:gd name="T33" fmla="*/ 1448 h 2117"/>
              <a:gd name="T34" fmla="*/ 380 w 464"/>
              <a:gd name="T35" fmla="*/ 638 h 2117"/>
              <a:gd name="T36" fmla="*/ 83 w 464"/>
              <a:gd name="T37" fmla="*/ 638 h 2117"/>
              <a:gd name="T38" fmla="*/ 83 w 464"/>
              <a:gd name="T39" fmla="*/ 479 h 2117"/>
              <a:gd name="T40" fmla="*/ 380 w 464"/>
              <a:gd name="T41" fmla="*/ 479 h 2117"/>
              <a:gd name="T42" fmla="*/ 380 w 464"/>
              <a:gd name="T43" fmla="*/ 638 h 2117"/>
              <a:gd name="T44" fmla="*/ 83 w 464"/>
              <a:gd name="T45" fmla="*/ 1206 h 2117"/>
              <a:gd name="T46" fmla="*/ 380 w 464"/>
              <a:gd name="T47" fmla="*/ 1206 h 2117"/>
              <a:gd name="T48" fmla="*/ 380 w 464"/>
              <a:gd name="T49" fmla="*/ 1366 h 2117"/>
              <a:gd name="T50" fmla="*/ 83 w 464"/>
              <a:gd name="T51" fmla="*/ 1366 h 2117"/>
              <a:gd name="T52" fmla="*/ 83 w 464"/>
              <a:gd name="T53" fmla="*/ 1206 h 2117"/>
              <a:gd name="T54" fmla="*/ 380 w 464"/>
              <a:gd name="T55" fmla="*/ 1123 h 2117"/>
              <a:gd name="T56" fmla="*/ 83 w 464"/>
              <a:gd name="T57" fmla="*/ 1123 h 2117"/>
              <a:gd name="T58" fmla="*/ 83 w 464"/>
              <a:gd name="T59" fmla="*/ 964 h 2117"/>
              <a:gd name="T60" fmla="*/ 380 w 464"/>
              <a:gd name="T61" fmla="*/ 964 h 2117"/>
              <a:gd name="T62" fmla="*/ 380 w 464"/>
              <a:gd name="T63" fmla="*/ 1123 h 2117"/>
              <a:gd name="T64" fmla="*/ 380 w 464"/>
              <a:gd name="T65" fmla="*/ 881 h 2117"/>
              <a:gd name="T66" fmla="*/ 83 w 464"/>
              <a:gd name="T67" fmla="*/ 881 h 2117"/>
              <a:gd name="T68" fmla="*/ 83 w 464"/>
              <a:gd name="T69" fmla="*/ 721 h 2117"/>
              <a:gd name="T70" fmla="*/ 380 w 464"/>
              <a:gd name="T71" fmla="*/ 721 h 2117"/>
              <a:gd name="T72" fmla="*/ 380 w 464"/>
              <a:gd name="T73" fmla="*/ 732 h 2117"/>
              <a:gd name="T74" fmla="*/ 380 w 464"/>
              <a:gd name="T75" fmla="*/ 881 h 2117"/>
              <a:gd name="T76" fmla="*/ 380 w 464"/>
              <a:gd name="T77" fmla="*/ 53 h 2117"/>
              <a:gd name="T78" fmla="*/ 380 w 464"/>
              <a:gd name="T79" fmla="*/ 153 h 2117"/>
              <a:gd name="T80" fmla="*/ 83 w 464"/>
              <a:gd name="T81" fmla="*/ 153 h 2117"/>
              <a:gd name="T82" fmla="*/ 83 w 464"/>
              <a:gd name="T83" fmla="*/ 53 h 2117"/>
              <a:gd name="T84" fmla="*/ 83 w 464"/>
              <a:gd name="T85" fmla="*/ 53 h 2117"/>
              <a:gd name="T86" fmla="*/ 0 w 464"/>
              <a:gd name="T87" fmla="*/ 53 h 2117"/>
              <a:gd name="T88" fmla="*/ 0 w 464"/>
              <a:gd name="T89" fmla="*/ 732 h 2117"/>
              <a:gd name="T90" fmla="*/ 0 w 464"/>
              <a:gd name="T91" fmla="*/ 1814 h 2117"/>
              <a:gd name="T92" fmla="*/ 0 w 464"/>
              <a:gd name="T93" fmla="*/ 2062 h 2117"/>
              <a:gd name="T94" fmla="*/ 0 w 464"/>
              <a:gd name="T95" fmla="*/ 2062 h 2117"/>
              <a:gd name="T96" fmla="*/ 83 w 464"/>
              <a:gd name="T97" fmla="*/ 2062 h 2117"/>
              <a:gd name="T98" fmla="*/ 83 w 464"/>
              <a:gd name="T99" fmla="*/ 1934 h 2117"/>
              <a:gd name="T100" fmla="*/ 380 w 464"/>
              <a:gd name="T101" fmla="*/ 1934 h 2117"/>
              <a:gd name="T102" fmla="*/ 380 w 464"/>
              <a:gd name="T103" fmla="*/ 2062 h 2117"/>
              <a:gd name="T104" fmla="*/ 380 w 464"/>
              <a:gd name="T105" fmla="*/ 2062 h 2117"/>
              <a:gd name="T106" fmla="*/ 463 w 464"/>
              <a:gd name="T107" fmla="*/ 2062 h 2117"/>
              <a:gd name="T108" fmla="*/ 463 w 464"/>
              <a:gd name="T109" fmla="*/ 1384 h 2117"/>
              <a:gd name="T110" fmla="*/ 463 w 464"/>
              <a:gd name="T111" fmla="*/ 302 h 2117"/>
              <a:gd name="T112" fmla="*/ 463 w 464"/>
              <a:gd name="T113" fmla="*/ 53 h 2117"/>
              <a:gd name="T114" fmla="*/ 463 w 464"/>
              <a:gd name="T115" fmla="*/ 53 h 2117"/>
              <a:gd name="T116" fmla="*/ 380 w 464"/>
              <a:gd name="T117" fmla="*/ 53 h 2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64" h="2117">
                <a:moveTo>
                  <a:pt x="83" y="1851"/>
                </a:moveTo>
                <a:lnTo>
                  <a:pt x="83" y="1691"/>
                </a:lnTo>
                <a:lnTo>
                  <a:pt x="380" y="1691"/>
                </a:lnTo>
                <a:lnTo>
                  <a:pt x="380" y="1814"/>
                </a:lnTo>
                <a:lnTo>
                  <a:pt x="380" y="1851"/>
                </a:lnTo>
                <a:lnTo>
                  <a:pt x="83" y="1851"/>
                </a:lnTo>
                <a:close/>
                <a:moveTo>
                  <a:pt x="380" y="236"/>
                </a:moveTo>
                <a:lnTo>
                  <a:pt x="380" y="396"/>
                </a:lnTo>
                <a:lnTo>
                  <a:pt x="83" y="396"/>
                </a:lnTo>
                <a:lnTo>
                  <a:pt x="83" y="302"/>
                </a:lnTo>
                <a:lnTo>
                  <a:pt x="83" y="236"/>
                </a:lnTo>
                <a:lnTo>
                  <a:pt x="380" y="236"/>
                </a:lnTo>
                <a:close/>
                <a:moveTo>
                  <a:pt x="83" y="1448"/>
                </a:moveTo>
                <a:lnTo>
                  <a:pt x="380" y="1448"/>
                </a:lnTo>
                <a:lnTo>
                  <a:pt x="380" y="1608"/>
                </a:lnTo>
                <a:lnTo>
                  <a:pt x="83" y="1608"/>
                </a:lnTo>
                <a:lnTo>
                  <a:pt x="83" y="1448"/>
                </a:lnTo>
                <a:close/>
                <a:moveTo>
                  <a:pt x="380" y="638"/>
                </a:moveTo>
                <a:lnTo>
                  <a:pt x="83" y="638"/>
                </a:lnTo>
                <a:lnTo>
                  <a:pt x="83" y="479"/>
                </a:lnTo>
                <a:lnTo>
                  <a:pt x="380" y="479"/>
                </a:lnTo>
                <a:lnTo>
                  <a:pt x="380" y="638"/>
                </a:lnTo>
                <a:close/>
                <a:moveTo>
                  <a:pt x="83" y="1206"/>
                </a:moveTo>
                <a:lnTo>
                  <a:pt x="380" y="1206"/>
                </a:lnTo>
                <a:lnTo>
                  <a:pt x="380" y="1366"/>
                </a:lnTo>
                <a:lnTo>
                  <a:pt x="83" y="1366"/>
                </a:lnTo>
                <a:lnTo>
                  <a:pt x="83" y="1206"/>
                </a:lnTo>
                <a:close/>
                <a:moveTo>
                  <a:pt x="380" y="1123"/>
                </a:moveTo>
                <a:lnTo>
                  <a:pt x="83" y="1123"/>
                </a:lnTo>
                <a:lnTo>
                  <a:pt x="83" y="964"/>
                </a:lnTo>
                <a:lnTo>
                  <a:pt x="380" y="964"/>
                </a:lnTo>
                <a:lnTo>
                  <a:pt x="380" y="1123"/>
                </a:lnTo>
                <a:close/>
                <a:moveTo>
                  <a:pt x="380" y="881"/>
                </a:moveTo>
                <a:lnTo>
                  <a:pt x="83" y="881"/>
                </a:lnTo>
                <a:lnTo>
                  <a:pt x="83" y="721"/>
                </a:lnTo>
                <a:lnTo>
                  <a:pt x="380" y="721"/>
                </a:lnTo>
                <a:lnTo>
                  <a:pt x="380" y="732"/>
                </a:lnTo>
                <a:lnTo>
                  <a:pt x="380" y="881"/>
                </a:lnTo>
                <a:close/>
                <a:moveTo>
                  <a:pt x="380" y="53"/>
                </a:moveTo>
                <a:lnTo>
                  <a:pt x="380" y="153"/>
                </a:lnTo>
                <a:lnTo>
                  <a:pt x="83" y="153"/>
                </a:lnTo>
                <a:lnTo>
                  <a:pt x="83" y="53"/>
                </a:lnTo>
                <a:lnTo>
                  <a:pt x="83" y="53"/>
                </a:lnTo>
                <a:cubicBezTo>
                  <a:pt x="83" y="0"/>
                  <a:pt x="0" y="0"/>
                  <a:pt x="0" y="53"/>
                </a:cubicBezTo>
                <a:lnTo>
                  <a:pt x="0" y="732"/>
                </a:lnTo>
                <a:lnTo>
                  <a:pt x="0" y="1814"/>
                </a:lnTo>
                <a:lnTo>
                  <a:pt x="0" y="2062"/>
                </a:lnTo>
                <a:lnTo>
                  <a:pt x="0" y="2062"/>
                </a:lnTo>
                <a:cubicBezTo>
                  <a:pt x="0" y="2116"/>
                  <a:pt x="83" y="2116"/>
                  <a:pt x="83" y="2062"/>
                </a:cubicBezTo>
                <a:lnTo>
                  <a:pt x="83" y="1934"/>
                </a:lnTo>
                <a:lnTo>
                  <a:pt x="380" y="1934"/>
                </a:lnTo>
                <a:lnTo>
                  <a:pt x="380" y="2062"/>
                </a:lnTo>
                <a:lnTo>
                  <a:pt x="380" y="2062"/>
                </a:lnTo>
                <a:cubicBezTo>
                  <a:pt x="380" y="2116"/>
                  <a:pt x="463" y="2116"/>
                  <a:pt x="463" y="2062"/>
                </a:cubicBezTo>
                <a:lnTo>
                  <a:pt x="463" y="1384"/>
                </a:lnTo>
                <a:lnTo>
                  <a:pt x="463" y="302"/>
                </a:lnTo>
                <a:lnTo>
                  <a:pt x="463" y="53"/>
                </a:lnTo>
                <a:lnTo>
                  <a:pt x="463" y="53"/>
                </a:lnTo>
                <a:cubicBezTo>
                  <a:pt x="463" y="0"/>
                  <a:pt x="380" y="0"/>
                  <a:pt x="380" y="5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0" name="Freeform 71">
            <a:extLst>
              <a:ext uri="{FF2B5EF4-FFF2-40B4-BE49-F238E27FC236}">
                <a16:creationId xmlns:a16="http://schemas.microsoft.com/office/drawing/2014/main" id="{E5B207BB-74E0-5A81-5886-28DE475576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58705" y="3822106"/>
            <a:ext cx="113294" cy="702423"/>
          </a:xfrm>
          <a:custGeom>
            <a:avLst/>
            <a:gdLst>
              <a:gd name="T0" fmla="*/ 144 w 242"/>
              <a:gd name="T1" fmla="*/ 1457 h 1505"/>
              <a:gd name="T2" fmla="*/ 144 w 242"/>
              <a:gd name="T3" fmla="*/ 1017 h 1505"/>
              <a:gd name="T4" fmla="*/ 169 w 242"/>
              <a:gd name="T5" fmla="*/ 1465 h 1505"/>
              <a:gd name="T6" fmla="*/ 169 w 242"/>
              <a:gd name="T7" fmla="*/ 1465 h 1505"/>
              <a:gd name="T8" fmla="*/ 144 w 242"/>
              <a:gd name="T9" fmla="*/ 1457 h 1505"/>
              <a:gd name="T10" fmla="*/ 193 w 242"/>
              <a:gd name="T11" fmla="*/ 296 h 1505"/>
              <a:gd name="T12" fmla="*/ 193 w 242"/>
              <a:gd name="T13" fmla="*/ 227 h 1505"/>
              <a:gd name="T14" fmla="*/ 193 w 242"/>
              <a:gd name="T15" fmla="*/ 227 h 1505"/>
              <a:gd name="T16" fmla="*/ 241 w 242"/>
              <a:gd name="T17" fmla="*/ 121 h 1505"/>
              <a:gd name="T18" fmla="*/ 241 w 242"/>
              <a:gd name="T19" fmla="*/ 121 h 1505"/>
              <a:gd name="T20" fmla="*/ 144 w 242"/>
              <a:gd name="T21" fmla="*/ 0 h 1505"/>
              <a:gd name="T22" fmla="*/ 144 w 242"/>
              <a:gd name="T23" fmla="*/ 0 h 1505"/>
              <a:gd name="T24" fmla="*/ 48 w 242"/>
              <a:gd name="T25" fmla="*/ 121 h 1505"/>
              <a:gd name="T26" fmla="*/ 48 w 242"/>
              <a:gd name="T27" fmla="*/ 121 h 1505"/>
              <a:gd name="T28" fmla="*/ 132 w 242"/>
              <a:gd name="T29" fmla="*/ 241 h 1505"/>
              <a:gd name="T30" fmla="*/ 132 w 242"/>
              <a:gd name="T31" fmla="*/ 305 h 1505"/>
              <a:gd name="T32" fmla="*/ 132 w 242"/>
              <a:gd name="T33" fmla="*/ 305 h 1505"/>
              <a:gd name="T34" fmla="*/ 28 w 242"/>
              <a:gd name="T35" fmla="*/ 454 h 1505"/>
              <a:gd name="T36" fmla="*/ 28 w 242"/>
              <a:gd name="T37" fmla="*/ 843 h 1505"/>
              <a:gd name="T38" fmla="*/ 28 w 242"/>
              <a:gd name="T39" fmla="*/ 843 h 1505"/>
              <a:gd name="T40" fmla="*/ 64 w 242"/>
              <a:gd name="T41" fmla="*/ 880 h 1505"/>
              <a:gd name="T42" fmla="*/ 66 w 242"/>
              <a:gd name="T43" fmla="*/ 880 h 1505"/>
              <a:gd name="T44" fmla="*/ 97 w 242"/>
              <a:gd name="T45" fmla="*/ 1441 h 1505"/>
              <a:gd name="T46" fmla="*/ 97 w 242"/>
              <a:gd name="T47" fmla="*/ 1441 h 1505"/>
              <a:gd name="T48" fmla="*/ 0 w 242"/>
              <a:gd name="T49" fmla="*/ 1441 h 1505"/>
              <a:gd name="T50" fmla="*/ 0 w 242"/>
              <a:gd name="T51" fmla="*/ 1441 h 1505"/>
              <a:gd name="T52" fmla="*/ 73 w 242"/>
              <a:gd name="T53" fmla="*/ 1469 h 1505"/>
              <a:gd name="T54" fmla="*/ 73 w 242"/>
              <a:gd name="T55" fmla="*/ 1469 h 1505"/>
              <a:gd name="T56" fmla="*/ 217 w 242"/>
              <a:gd name="T57" fmla="*/ 1494 h 1505"/>
              <a:gd name="T58" fmla="*/ 217 w 242"/>
              <a:gd name="T59" fmla="*/ 877 h 1505"/>
              <a:gd name="T60" fmla="*/ 217 w 242"/>
              <a:gd name="T61" fmla="*/ 877 h 1505"/>
              <a:gd name="T62" fmla="*/ 241 w 242"/>
              <a:gd name="T63" fmla="*/ 843 h 1505"/>
              <a:gd name="T64" fmla="*/ 241 w 242"/>
              <a:gd name="T65" fmla="*/ 349 h 1505"/>
              <a:gd name="T66" fmla="*/ 241 w 242"/>
              <a:gd name="T67" fmla="*/ 349 h 1505"/>
              <a:gd name="T68" fmla="*/ 193 w 242"/>
              <a:gd name="T69" fmla="*/ 296 h 15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1505">
                <a:moveTo>
                  <a:pt x="144" y="1457"/>
                </a:moveTo>
                <a:lnTo>
                  <a:pt x="144" y="1017"/>
                </a:lnTo>
                <a:lnTo>
                  <a:pt x="169" y="1465"/>
                </a:lnTo>
                <a:lnTo>
                  <a:pt x="169" y="1465"/>
                </a:lnTo>
                <a:cubicBezTo>
                  <a:pt x="169" y="1465"/>
                  <a:pt x="159" y="1461"/>
                  <a:pt x="144" y="1457"/>
                </a:cubicBezTo>
                <a:close/>
                <a:moveTo>
                  <a:pt x="193" y="296"/>
                </a:moveTo>
                <a:lnTo>
                  <a:pt x="193" y="227"/>
                </a:lnTo>
                <a:lnTo>
                  <a:pt x="193" y="227"/>
                </a:lnTo>
                <a:cubicBezTo>
                  <a:pt x="222" y="206"/>
                  <a:pt x="241" y="166"/>
                  <a:pt x="241" y="121"/>
                </a:cubicBezTo>
                <a:lnTo>
                  <a:pt x="241" y="121"/>
                </a:lnTo>
                <a:cubicBezTo>
                  <a:pt x="241" y="54"/>
                  <a:pt x="198" y="0"/>
                  <a:pt x="144" y="0"/>
                </a:cubicBezTo>
                <a:lnTo>
                  <a:pt x="144" y="0"/>
                </a:lnTo>
                <a:cubicBezTo>
                  <a:pt x="91" y="0"/>
                  <a:pt x="48" y="54"/>
                  <a:pt x="48" y="121"/>
                </a:cubicBezTo>
                <a:lnTo>
                  <a:pt x="48" y="121"/>
                </a:lnTo>
                <a:cubicBezTo>
                  <a:pt x="48" y="183"/>
                  <a:pt x="85" y="234"/>
                  <a:pt x="132" y="241"/>
                </a:cubicBezTo>
                <a:lnTo>
                  <a:pt x="132" y="305"/>
                </a:lnTo>
                <a:lnTo>
                  <a:pt x="132" y="305"/>
                </a:lnTo>
                <a:cubicBezTo>
                  <a:pt x="72" y="327"/>
                  <a:pt x="28" y="385"/>
                  <a:pt x="28" y="454"/>
                </a:cubicBezTo>
                <a:lnTo>
                  <a:pt x="28" y="843"/>
                </a:lnTo>
                <a:lnTo>
                  <a:pt x="28" y="843"/>
                </a:lnTo>
                <a:cubicBezTo>
                  <a:pt x="28" y="863"/>
                  <a:pt x="44" y="880"/>
                  <a:pt x="64" y="880"/>
                </a:cubicBezTo>
                <a:lnTo>
                  <a:pt x="66" y="880"/>
                </a:lnTo>
                <a:lnTo>
                  <a:pt x="97" y="1441"/>
                </a:lnTo>
                <a:lnTo>
                  <a:pt x="97" y="1441"/>
                </a:lnTo>
                <a:cubicBezTo>
                  <a:pt x="97" y="1441"/>
                  <a:pt x="0" y="1401"/>
                  <a:pt x="0" y="1441"/>
                </a:cubicBezTo>
                <a:lnTo>
                  <a:pt x="0" y="1441"/>
                </a:lnTo>
                <a:cubicBezTo>
                  <a:pt x="0" y="1459"/>
                  <a:pt x="37" y="1467"/>
                  <a:pt x="73" y="1469"/>
                </a:cubicBezTo>
                <a:lnTo>
                  <a:pt x="73" y="1469"/>
                </a:lnTo>
                <a:cubicBezTo>
                  <a:pt x="81" y="1504"/>
                  <a:pt x="217" y="1494"/>
                  <a:pt x="217" y="1494"/>
                </a:cubicBezTo>
                <a:lnTo>
                  <a:pt x="217" y="877"/>
                </a:lnTo>
                <a:lnTo>
                  <a:pt x="217" y="877"/>
                </a:lnTo>
                <a:cubicBezTo>
                  <a:pt x="231" y="872"/>
                  <a:pt x="241" y="859"/>
                  <a:pt x="241" y="843"/>
                </a:cubicBezTo>
                <a:lnTo>
                  <a:pt x="241" y="349"/>
                </a:lnTo>
                <a:lnTo>
                  <a:pt x="241" y="349"/>
                </a:lnTo>
                <a:cubicBezTo>
                  <a:pt x="241" y="321"/>
                  <a:pt x="220" y="299"/>
                  <a:pt x="193" y="296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1350">
              <a:latin typeface="Poppins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DA099-86BB-3A8A-49A2-911762F51F9E}"/>
              </a:ext>
            </a:extLst>
          </p:cNvPr>
          <p:cNvSpPr txBox="1"/>
          <p:nvPr userDrawn="1"/>
        </p:nvSpPr>
        <p:spPr>
          <a:xfrm>
            <a:off x="5128260" y="1145235"/>
            <a:ext cx="1741095" cy="2885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sz="1275" b="1" spc="-11">
                <a:solidFill>
                  <a:schemeClr val="accent1"/>
                </a:solidFill>
                <a:latin typeface="+mj-lt"/>
                <a:cs typeface="Poppins" pitchFamily="2" charset="77"/>
              </a:rPr>
              <a:t>CHALLENGE 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C4E0F1-A48A-0994-50E0-8C01B84B9862}"/>
              </a:ext>
            </a:extLst>
          </p:cNvPr>
          <p:cNvSpPr txBox="1"/>
          <p:nvPr userDrawn="1"/>
        </p:nvSpPr>
        <p:spPr>
          <a:xfrm>
            <a:off x="5128260" y="2369573"/>
            <a:ext cx="1741095" cy="2885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sz="1275" b="1" spc="-11">
                <a:solidFill>
                  <a:schemeClr val="accent2"/>
                </a:solidFill>
                <a:latin typeface="+mj-lt"/>
                <a:cs typeface="Poppins" pitchFamily="2" charset="77"/>
              </a:rPr>
              <a:t>CHALLENGE 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B7C6F1-A87B-F26B-2126-8D8F2B63D24F}"/>
              </a:ext>
            </a:extLst>
          </p:cNvPr>
          <p:cNvSpPr txBox="1"/>
          <p:nvPr userDrawn="1"/>
        </p:nvSpPr>
        <p:spPr>
          <a:xfrm>
            <a:off x="5128260" y="3591573"/>
            <a:ext cx="1741095" cy="28854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l"/>
            <a:r>
              <a:rPr lang="en-US" sz="1275" b="1" spc="-11">
                <a:solidFill>
                  <a:schemeClr val="accent3"/>
                </a:solidFill>
                <a:latin typeface="+mj-lt"/>
                <a:cs typeface="Poppins" pitchFamily="2" charset="77"/>
              </a:rPr>
              <a:t>CHALLENGE 03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82106E0-7DCE-898E-F3FB-860090C0100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5209054" y="1438552"/>
            <a:ext cx="3203426" cy="752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4A34475-397A-EF32-5BE2-716D197F18FF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5209054" y="2658114"/>
            <a:ext cx="3203426" cy="752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4D515D3-6965-89F0-D7E5-51E5370AE168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209054" y="3882711"/>
            <a:ext cx="3203426" cy="752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0E5DEC30-4749-A19F-F234-D36A6CC15C6C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3ABE5C2-3197-2EB0-45B4-382692BFD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61F9040-4189-6A4A-4020-B1D0901B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377943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86BCC7-E03C-BDD7-4C13-BD3E75284DAC}"/>
              </a:ext>
            </a:extLst>
          </p:cNvPr>
          <p:cNvSpPr/>
          <p:nvPr userDrawn="1"/>
        </p:nvSpPr>
        <p:spPr>
          <a:xfrm>
            <a:off x="5090160" y="1675803"/>
            <a:ext cx="4053840" cy="280475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pPr>
              <a:lnSpc>
                <a:spcPct val="150000"/>
              </a:lnSpc>
            </a:pPr>
            <a:endParaRPr lang="en-US" sz="160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99EB20FF-1B56-0C8A-C5C8-7777FF32B4C8}"/>
              </a:ext>
            </a:extLst>
          </p:cNvPr>
          <p:cNvSpPr/>
          <p:nvPr/>
        </p:nvSpPr>
        <p:spPr>
          <a:xfrm rot="5400000" flipH="1">
            <a:off x="1853676" y="-355076"/>
            <a:ext cx="1017048" cy="472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A8000F8-4753-C2AF-76A4-96C43C3EC17F}"/>
              </a:ext>
            </a:extLst>
          </p:cNvPr>
          <p:cNvSpPr/>
          <p:nvPr/>
        </p:nvSpPr>
        <p:spPr>
          <a:xfrm rot="5400000" flipH="1">
            <a:off x="1853676" y="759909"/>
            <a:ext cx="1017048" cy="472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4BEA50D7-E8D1-408F-01FB-84710096952B}"/>
              </a:ext>
            </a:extLst>
          </p:cNvPr>
          <p:cNvSpPr/>
          <p:nvPr/>
        </p:nvSpPr>
        <p:spPr>
          <a:xfrm rot="5400000" flipH="1">
            <a:off x="1853676" y="1874895"/>
            <a:ext cx="1017048" cy="4724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+mj-lt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4A4610-CD77-BAB5-B829-8864E1606F24}"/>
              </a:ext>
            </a:extLst>
          </p:cNvPr>
          <p:cNvCxnSpPr>
            <a:cxnSpLocks/>
          </p:cNvCxnSpPr>
          <p:nvPr userDrawn="1"/>
        </p:nvCxnSpPr>
        <p:spPr>
          <a:xfrm>
            <a:off x="2961639" y="1029579"/>
            <a:ext cx="31902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2ED08BC-FB1A-C07B-3084-DDBBBF33CA63}"/>
              </a:ext>
            </a:extLst>
          </p:cNvPr>
          <p:cNvSpPr>
            <a:spLocks noGrp="1"/>
          </p:cNvSpPr>
          <p:nvPr userDrawn="1">
            <p:ph type="body" sz="half" idx="2"/>
          </p:nvPr>
        </p:nvSpPr>
        <p:spPr>
          <a:xfrm>
            <a:off x="5198516" y="1836295"/>
            <a:ext cx="3813404" cy="250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8D30BA4-B9A3-FEFB-9B2C-852797A7B433}"/>
              </a:ext>
            </a:extLst>
          </p:cNvPr>
          <p:cNvSpPr>
            <a:spLocks noGrp="1"/>
          </p:cNvSpPr>
          <p:nvPr userDrawn="1">
            <p:ph type="body" sz="half" idx="11"/>
          </p:nvPr>
        </p:nvSpPr>
        <p:spPr>
          <a:xfrm>
            <a:off x="758596" y="1613361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95041A6-DEF3-095F-4084-63110EC7293F}"/>
              </a:ext>
            </a:extLst>
          </p:cNvPr>
          <p:cNvSpPr>
            <a:spLocks noGrp="1"/>
          </p:cNvSpPr>
          <p:nvPr userDrawn="1">
            <p:ph type="body" sz="half" idx="12"/>
          </p:nvPr>
        </p:nvSpPr>
        <p:spPr>
          <a:xfrm>
            <a:off x="758596" y="2729962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959D158B-FA4E-BBED-2CC3-7D6A645701EA}"/>
              </a:ext>
            </a:extLst>
          </p:cNvPr>
          <p:cNvSpPr>
            <a:spLocks noGrp="1"/>
          </p:cNvSpPr>
          <p:nvPr userDrawn="1">
            <p:ph type="body" sz="half" idx="13"/>
          </p:nvPr>
        </p:nvSpPr>
        <p:spPr>
          <a:xfrm>
            <a:off x="758596" y="3828454"/>
            <a:ext cx="3650844" cy="78429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8BFE77-3A3A-5137-9077-0B5914235376}"/>
              </a:ext>
            </a:extLst>
          </p:cNvPr>
          <p:cNvSpPr txBox="1"/>
          <p:nvPr userDrawn="1"/>
        </p:nvSpPr>
        <p:spPr>
          <a:xfrm>
            <a:off x="37236" y="1639602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1.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0EEA52-3F61-CF1F-7B10-A24EE8E196F6}"/>
              </a:ext>
            </a:extLst>
          </p:cNvPr>
          <p:cNvSpPr txBox="1"/>
          <p:nvPr userDrawn="1"/>
        </p:nvSpPr>
        <p:spPr>
          <a:xfrm>
            <a:off x="37236" y="2752777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2.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80564E-88B8-F90B-40FB-1407C2722776}"/>
              </a:ext>
            </a:extLst>
          </p:cNvPr>
          <p:cNvSpPr txBox="1"/>
          <p:nvPr userDrawn="1"/>
        </p:nvSpPr>
        <p:spPr>
          <a:xfrm>
            <a:off x="37236" y="3851269"/>
            <a:ext cx="71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4200" b="1">
                <a:solidFill>
                  <a:schemeClr val="bg1"/>
                </a:solidFill>
                <a:latin typeface="+mj-lt"/>
              </a:rPr>
              <a:t>3.</a:t>
            </a: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D79A9045-A6D3-B399-CC14-C8BCC9DA95B8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6FF7671-21C3-0FCF-401C-922AF443BA8D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680143" y="669014"/>
            <a:ext cx="7783713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D476964-F7EE-97CC-EE54-9ECF2D97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143" y="247458"/>
            <a:ext cx="7783714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189237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445BF22-3272-85AE-4E6F-21E9CBAC9B87}"/>
              </a:ext>
            </a:extLst>
          </p:cNvPr>
          <p:cNvSpPr/>
          <p:nvPr userDrawn="1"/>
        </p:nvSpPr>
        <p:spPr>
          <a:xfrm>
            <a:off x="0" y="4839813"/>
            <a:ext cx="4572000" cy="30062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BE61D7-585F-E42E-6939-DD36C9CE0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CBD44F5-2903-0D80-1553-D65F0D921578}"/>
              </a:ext>
            </a:extLst>
          </p:cNvPr>
          <p:cNvSpPr/>
          <p:nvPr userDrawn="1"/>
        </p:nvSpPr>
        <p:spPr>
          <a:xfrm>
            <a:off x="1148805" y="285759"/>
            <a:ext cx="7447833" cy="4857741"/>
          </a:xfrm>
          <a:custGeom>
            <a:avLst/>
            <a:gdLst>
              <a:gd name="connsiteX0" fmla="*/ 8846452 w 9277691"/>
              <a:gd name="connsiteY0" fmla="*/ 0 h 6441781"/>
              <a:gd name="connsiteX1" fmla="*/ 9277691 w 9277691"/>
              <a:gd name="connsiteY1" fmla="*/ 879048 h 6441781"/>
              <a:gd name="connsiteX2" fmla="*/ 8945791 w 9277691"/>
              <a:gd name="connsiteY2" fmla="*/ 828131 h 6441781"/>
              <a:gd name="connsiteX3" fmla="*/ 8652053 w 9277691"/>
              <a:gd name="connsiteY3" fmla="*/ 1928396 h 6441781"/>
              <a:gd name="connsiteX4" fmla="*/ 8651631 w 9277691"/>
              <a:gd name="connsiteY4" fmla="*/ 1931327 h 6441781"/>
              <a:gd name="connsiteX5" fmla="*/ 2716823 w 9277691"/>
              <a:gd name="connsiteY5" fmla="*/ 6441781 h 6441781"/>
              <a:gd name="connsiteX6" fmla="*/ 0 w 9277691"/>
              <a:gd name="connsiteY6" fmla="*/ 6432988 h 6441781"/>
              <a:gd name="connsiteX7" fmla="*/ 7848184 w 9277691"/>
              <a:gd name="connsiteY7" fmla="*/ 1875643 h 6441781"/>
              <a:gd name="connsiteX8" fmla="*/ 8227221 w 9277691"/>
              <a:gd name="connsiteY8" fmla="*/ 717895 h 6441781"/>
              <a:gd name="connsiteX9" fmla="*/ 7904572 w 9277691"/>
              <a:gd name="connsiteY9" fmla="*/ 668397 h 6441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77691" h="6441781">
                <a:moveTo>
                  <a:pt x="8846452" y="0"/>
                </a:moveTo>
                <a:lnTo>
                  <a:pt x="9277691" y="879048"/>
                </a:lnTo>
                <a:lnTo>
                  <a:pt x="8945791" y="828131"/>
                </a:lnTo>
                <a:lnTo>
                  <a:pt x="8652053" y="1928396"/>
                </a:lnTo>
                <a:cubicBezTo>
                  <a:pt x="8651912" y="1929373"/>
                  <a:pt x="8651772" y="1930350"/>
                  <a:pt x="8651631" y="1931327"/>
                </a:cubicBezTo>
                <a:lnTo>
                  <a:pt x="2716823" y="6441781"/>
                </a:lnTo>
                <a:lnTo>
                  <a:pt x="0" y="6432988"/>
                </a:lnTo>
                <a:lnTo>
                  <a:pt x="7848184" y="1875643"/>
                </a:lnTo>
                <a:lnTo>
                  <a:pt x="8227221" y="717895"/>
                </a:lnTo>
                <a:lnTo>
                  <a:pt x="7904572" y="668397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51E547-6FCF-F396-11AF-D7BE5B01A0A0}"/>
              </a:ext>
            </a:extLst>
          </p:cNvPr>
          <p:cNvSpPr>
            <a:spLocks noChangeAspect="1"/>
          </p:cNvSpPr>
          <p:nvPr userDrawn="1"/>
        </p:nvSpPr>
        <p:spPr>
          <a:xfrm>
            <a:off x="1922138" y="3687016"/>
            <a:ext cx="1080000" cy="1080000"/>
          </a:xfrm>
          <a:prstGeom prst="ellipse">
            <a:avLst/>
          </a:prstGeom>
          <a:solidFill>
            <a:schemeClr val="accent1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3C806C-34E6-9D3B-C23B-94A02FBCEC34}"/>
              </a:ext>
            </a:extLst>
          </p:cNvPr>
          <p:cNvSpPr>
            <a:spLocks noChangeAspect="1"/>
          </p:cNvSpPr>
          <p:nvPr userDrawn="1"/>
        </p:nvSpPr>
        <p:spPr>
          <a:xfrm>
            <a:off x="3644394" y="2845736"/>
            <a:ext cx="936000" cy="936000"/>
          </a:xfrm>
          <a:prstGeom prst="ellipse">
            <a:avLst/>
          </a:prstGeom>
          <a:solidFill>
            <a:schemeClr val="accent2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C53D56-9B25-6EAD-1408-5F4FA0630095}"/>
              </a:ext>
            </a:extLst>
          </p:cNvPr>
          <p:cNvSpPr>
            <a:spLocks noChangeAspect="1"/>
          </p:cNvSpPr>
          <p:nvPr userDrawn="1"/>
        </p:nvSpPr>
        <p:spPr>
          <a:xfrm>
            <a:off x="5191539" y="2136199"/>
            <a:ext cx="792000" cy="792000"/>
          </a:xfrm>
          <a:prstGeom prst="ellipse">
            <a:avLst/>
          </a:prstGeom>
          <a:solidFill>
            <a:schemeClr val="accent3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5250211-26E7-02D6-01AE-A679B86AAD92}"/>
              </a:ext>
            </a:extLst>
          </p:cNvPr>
          <p:cNvSpPr>
            <a:spLocks noChangeAspect="1"/>
          </p:cNvSpPr>
          <p:nvPr userDrawn="1"/>
        </p:nvSpPr>
        <p:spPr>
          <a:xfrm>
            <a:off x="6550207" y="1515625"/>
            <a:ext cx="648000" cy="648000"/>
          </a:xfrm>
          <a:prstGeom prst="ellipse">
            <a:avLst/>
          </a:prstGeom>
          <a:solidFill>
            <a:schemeClr val="accent4"/>
          </a:solidFill>
          <a:ln w="635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00">
              <a:latin typeface="+mj-lt"/>
              <a:cs typeface="Arial" pitchFamily="34" charset="0"/>
            </a:endParaRP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EDD6ACED-42C3-7094-F2B3-2B1AD41D0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48878" y="4236425"/>
            <a:ext cx="2259786" cy="7845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ABE89A18-A258-52BF-1A13-AB46C0B8110B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4949378" y="3914926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2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3492F66-7B93-020F-D872-C51B052FA269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72595" y="3012175"/>
            <a:ext cx="2259786" cy="7845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3C0F10C2-F597-D293-5E24-E3CB14B940CC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73095" y="2690676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5B365A2C-955B-9D58-EE87-1010649B0FA9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2983263" y="1450432"/>
            <a:ext cx="2259786" cy="7845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9F08EC42-600E-9692-C4E4-BD04AAF2A5F2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983763" y="1128933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A95CE101-A22E-4C1E-5197-18AA2439AC2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821063" y="2898334"/>
            <a:ext cx="2259786" cy="7845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F0DDE174-2AF4-08CF-36D8-7B5FF9CD2FF3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821563" y="2576835"/>
            <a:ext cx="2258989" cy="3009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>
                <a:solidFill>
                  <a:schemeClr val="accent4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Picture Placeholder 32">
            <a:extLst>
              <a:ext uri="{FF2B5EF4-FFF2-40B4-BE49-F238E27FC236}">
                <a16:creationId xmlns:a16="http://schemas.microsoft.com/office/drawing/2014/main" id="{6DCCCFEC-24EB-A478-9608-BCDE246E646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102138" y="3855843"/>
            <a:ext cx="720000" cy="7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41" name="Picture Placeholder 32">
            <a:extLst>
              <a:ext uri="{FF2B5EF4-FFF2-40B4-BE49-F238E27FC236}">
                <a16:creationId xmlns:a16="http://schemas.microsoft.com/office/drawing/2014/main" id="{3DD6EF85-1342-3DE2-975A-3FFC4A0D13E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88394" y="2989736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42" name="Picture Placeholder 32">
            <a:extLst>
              <a:ext uri="{FF2B5EF4-FFF2-40B4-BE49-F238E27FC236}">
                <a16:creationId xmlns:a16="http://schemas.microsoft.com/office/drawing/2014/main" id="{508BDBE3-209B-22FA-DE19-71397009433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19125" y="2262199"/>
            <a:ext cx="540000" cy="5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43" name="Picture Placeholder 32">
            <a:extLst>
              <a:ext uri="{FF2B5EF4-FFF2-40B4-BE49-F238E27FC236}">
                <a16:creationId xmlns:a16="http://schemas.microsoft.com/office/drawing/2014/main" id="{092C55D5-61EF-5E7E-3AA1-E5598B68FED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676207" y="1631465"/>
            <a:ext cx="396000" cy="39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j-lt"/>
              </a:defRPr>
            </a:lvl1pPr>
          </a:lstStyle>
          <a:p>
            <a:endParaRPr lang="en-ZA"/>
          </a:p>
        </p:txBody>
      </p:sp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5EF6DA9B-7F59-E2CE-B700-FC84A3CE2291}"/>
              </a:ext>
            </a:extLst>
          </p:cNvPr>
          <p:cNvSpPr/>
          <p:nvPr userDrawn="1"/>
        </p:nvSpPr>
        <p:spPr>
          <a:xfrm flipV="1">
            <a:off x="1282" y="1556"/>
            <a:ext cx="6233754" cy="891800"/>
          </a:xfrm>
          <a:prstGeom prst="round1Rect">
            <a:avLst>
              <a:gd name="adj" fmla="val 31315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8733C-EB42-E08E-081F-87E1A3DE12F7}"/>
              </a:ext>
            </a:extLst>
          </p:cNvPr>
          <p:cNvSpPr>
            <a:spLocks noGrp="1"/>
          </p:cNvSpPr>
          <p:nvPr>
            <p:ph type="body" sz="half" idx="31"/>
          </p:nvPr>
        </p:nvSpPr>
        <p:spPr>
          <a:xfrm>
            <a:off x="89646" y="510140"/>
            <a:ext cx="6020227" cy="28664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1823CE-0875-7E3D-CC0B-DBF6D323A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86" y="110122"/>
            <a:ext cx="6020228" cy="393499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63EF0-77D6-2870-21F7-E5DC12616003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98069825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AB3A8C-E1A5-832C-D2DA-7762ED1A95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7F100AA-8D52-CD2B-8739-046F560DAF3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936702" y="1802119"/>
            <a:ext cx="2484000" cy="5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A2B92DC-A926-FC44-3C33-B7EE3E78924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54825" y="2476592"/>
            <a:ext cx="2484000" cy="5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4F93229-3AEF-2603-D854-E0452C06B7A4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954825" y="3825537"/>
            <a:ext cx="2484000" cy="5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Freeform 25">
            <a:extLst>
              <a:ext uri="{FF2B5EF4-FFF2-40B4-BE49-F238E27FC236}">
                <a16:creationId xmlns:a16="http://schemas.microsoft.com/office/drawing/2014/main" id="{2543BA8A-B050-4907-284D-88A6D2B72D5B}"/>
              </a:ext>
            </a:extLst>
          </p:cNvPr>
          <p:cNvSpPr/>
          <p:nvPr userDrawn="1"/>
        </p:nvSpPr>
        <p:spPr>
          <a:xfrm>
            <a:off x="630473" y="1096580"/>
            <a:ext cx="2388647" cy="486030"/>
          </a:xfrm>
          <a:custGeom>
            <a:avLst/>
            <a:gdLst>
              <a:gd name="connsiteX0" fmla="*/ 624142 w 6369726"/>
              <a:gd name="connsiteY0" fmla="*/ 0 h 1296079"/>
              <a:gd name="connsiteX1" fmla="*/ 624142 w 6369726"/>
              <a:gd name="connsiteY1" fmla="*/ 191919 h 1296079"/>
              <a:gd name="connsiteX2" fmla="*/ 6369726 w 6369726"/>
              <a:gd name="connsiteY2" fmla="*/ 191919 h 1296079"/>
              <a:gd name="connsiteX3" fmla="*/ 6369726 w 6369726"/>
              <a:gd name="connsiteY3" fmla="*/ 1104159 h 1296079"/>
              <a:gd name="connsiteX4" fmla="*/ 624142 w 6369726"/>
              <a:gd name="connsiteY4" fmla="*/ 1104159 h 1296079"/>
              <a:gd name="connsiteX5" fmla="*/ 624142 w 6369726"/>
              <a:gd name="connsiteY5" fmla="*/ 1296079 h 1296079"/>
              <a:gd name="connsiteX6" fmla="*/ 0 w 6369726"/>
              <a:gd name="connsiteY6" fmla="*/ 648662 h 1296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9726" h="1296079">
                <a:moveTo>
                  <a:pt x="624142" y="0"/>
                </a:moveTo>
                <a:lnTo>
                  <a:pt x="624142" y="191919"/>
                </a:lnTo>
                <a:lnTo>
                  <a:pt x="6369726" y="191919"/>
                </a:lnTo>
                <a:lnTo>
                  <a:pt x="6369726" y="1104159"/>
                </a:lnTo>
                <a:lnTo>
                  <a:pt x="624142" y="1104159"/>
                </a:lnTo>
                <a:lnTo>
                  <a:pt x="624142" y="1296079"/>
                </a:lnTo>
                <a:lnTo>
                  <a:pt x="0" y="648662"/>
                </a:ln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square" lIns="33750" tIns="16875" rIns="33750" bIns="16875" anchor="ctr" anchorCtr="1" compatLnSpc="0">
            <a:noAutofit/>
          </a:bodyPr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0" name="Freeform 24">
            <a:extLst>
              <a:ext uri="{FF2B5EF4-FFF2-40B4-BE49-F238E27FC236}">
                <a16:creationId xmlns:a16="http://schemas.microsoft.com/office/drawing/2014/main" id="{2CF28DC9-8441-B6F0-C86B-7ED94EF67922}"/>
              </a:ext>
            </a:extLst>
          </p:cNvPr>
          <p:cNvSpPr/>
          <p:nvPr userDrawn="1"/>
        </p:nvSpPr>
        <p:spPr>
          <a:xfrm>
            <a:off x="6125348" y="1096580"/>
            <a:ext cx="2388650" cy="486030"/>
          </a:xfrm>
          <a:custGeom>
            <a:avLst/>
            <a:gdLst>
              <a:gd name="connsiteX0" fmla="*/ 5744345 w 6369733"/>
              <a:gd name="connsiteY0" fmla="*/ 0 h 1296079"/>
              <a:gd name="connsiteX1" fmla="*/ 6369733 w 6369733"/>
              <a:gd name="connsiteY1" fmla="*/ 648662 h 1296079"/>
              <a:gd name="connsiteX2" fmla="*/ 5744345 w 6369733"/>
              <a:gd name="connsiteY2" fmla="*/ 1296079 h 1296079"/>
              <a:gd name="connsiteX3" fmla="*/ 5744345 w 6369733"/>
              <a:gd name="connsiteY3" fmla="*/ 1104159 h 1296079"/>
              <a:gd name="connsiteX4" fmla="*/ 0 w 6369733"/>
              <a:gd name="connsiteY4" fmla="*/ 1104159 h 1296079"/>
              <a:gd name="connsiteX5" fmla="*/ 0 w 6369733"/>
              <a:gd name="connsiteY5" fmla="*/ 191919 h 1296079"/>
              <a:gd name="connsiteX6" fmla="*/ 5744345 w 6369733"/>
              <a:gd name="connsiteY6" fmla="*/ 191919 h 1296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9733" h="1296079">
                <a:moveTo>
                  <a:pt x="5744345" y="0"/>
                </a:moveTo>
                <a:lnTo>
                  <a:pt x="6369733" y="648662"/>
                </a:lnTo>
                <a:lnTo>
                  <a:pt x="5744345" y="1296079"/>
                </a:lnTo>
                <a:lnTo>
                  <a:pt x="5744345" y="1104159"/>
                </a:lnTo>
                <a:lnTo>
                  <a:pt x="0" y="1104159"/>
                </a:lnTo>
                <a:lnTo>
                  <a:pt x="0" y="191919"/>
                </a:lnTo>
                <a:lnTo>
                  <a:pt x="5744345" y="191919"/>
                </a:ln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</a:ln>
        </p:spPr>
        <p:txBody>
          <a:bodyPr vert="horz" wrap="square" lIns="33750" tIns="16875" rIns="33750" bIns="16875" anchor="ctr" anchorCtr="1" compatLnSpc="0">
            <a:noAutofit/>
          </a:bodyPr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1" name="Freeform 685">
            <a:extLst>
              <a:ext uri="{FF2B5EF4-FFF2-40B4-BE49-F238E27FC236}">
                <a16:creationId xmlns:a16="http://schemas.microsoft.com/office/drawing/2014/main" id="{2DCAB228-8671-CFCB-196C-F0DDD93157BF}"/>
              </a:ext>
            </a:extLst>
          </p:cNvPr>
          <p:cNvSpPr/>
          <p:nvPr userDrawn="1"/>
        </p:nvSpPr>
        <p:spPr>
          <a:xfrm>
            <a:off x="3019590" y="1340062"/>
            <a:ext cx="1432349" cy="27946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67" h="599" fill="none">
                <a:moveTo>
                  <a:pt x="3067" y="599"/>
                </a:moveTo>
                <a:lnTo>
                  <a:pt x="3067" y="0"/>
                </a:lnTo>
                <a:lnTo>
                  <a:pt x="0" y="0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2" name="Freeform 686">
            <a:extLst>
              <a:ext uri="{FF2B5EF4-FFF2-40B4-BE49-F238E27FC236}">
                <a16:creationId xmlns:a16="http://schemas.microsoft.com/office/drawing/2014/main" id="{6C545871-9015-A81C-18A8-87E77BE06029}"/>
              </a:ext>
            </a:extLst>
          </p:cNvPr>
          <p:cNvSpPr/>
          <p:nvPr userDrawn="1"/>
        </p:nvSpPr>
        <p:spPr>
          <a:xfrm>
            <a:off x="4692065" y="1340062"/>
            <a:ext cx="1432816" cy="27946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68" h="599" fill="none">
                <a:moveTo>
                  <a:pt x="0" y="599"/>
                </a:moveTo>
                <a:lnTo>
                  <a:pt x="0" y="0"/>
                </a:lnTo>
                <a:lnTo>
                  <a:pt x="3068" y="0"/>
                </a:lnTo>
              </a:path>
            </a:pathLst>
          </a:custGeom>
          <a:noFill/>
          <a:ln w="25400" cap="flat">
            <a:solidFill>
              <a:schemeClr val="accent2"/>
            </a:solidFill>
            <a:prstDash val="solid"/>
            <a:round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3" name="Freeform 687">
            <a:extLst>
              <a:ext uri="{FF2B5EF4-FFF2-40B4-BE49-F238E27FC236}">
                <a16:creationId xmlns:a16="http://schemas.microsoft.com/office/drawing/2014/main" id="{1BCB1AA5-8545-205D-A9FA-74A856B8F870}"/>
              </a:ext>
            </a:extLst>
          </p:cNvPr>
          <p:cNvSpPr/>
          <p:nvPr userDrawn="1"/>
        </p:nvSpPr>
        <p:spPr>
          <a:xfrm>
            <a:off x="3567861" y="1340062"/>
            <a:ext cx="225177" cy="260820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" h="5582" fill="none">
                <a:moveTo>
                  <a:pt x="483" y="0"/>
                </a:moveTo>
                <a:lnTo>
                  <a:pt x="483" y="5582"/>
                </a:lnTo>
                <a:lnTo>
                  <a:pt x="0" y="5582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tailEnd type="oval" w="lg" len="lg"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5615782-E9CE-2E20-3600-280B6872A941}"/>
              </a:ext>
            </a:extLst>
          </p:cNvPr>
          <p:cNvSpPr/>
          <p:nvPr userDrawn="1"/>
        </p:nvSpPr>
        <p:spPr>
          <a:xfrm>
            <a:off x="3567861" y="3276701"/>
            <a:ext cx="225643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66C027A1-D711-C23B-43EE-6243875B59AA}"/>
              </a:ext>
            </a:extLst>
          </p:cNvPr>
          <p:cNvSpPr/>
          <p:nvPr userDrawn="1"/>
        </p:nvSpPr>
        <p:spPr>
          <a:xfrm>
            <a:off x="3567861" y="2604673"/>
            <a:ext cx="225643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428681B-4A80-53D2-15AE-B2163E136086}"/>
              </a:ext>
            </a:extLst>
          </p:cNvPr>
          <p:cNvSpPr/>
          <p:nvPr userDrawn="1"/>
        </p:nvSpPr>
        <p:spPr>
          <a:xfrm>
            <a:off x="3567861" y="1933111"/>
            <a:ext cx="225643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7" name="Freeform 691">
            <a:extLst>
              <a:ext uri="{FF2B5EF4-FFF2-40B4-BE49-F238E27FC236}">
                <a16:creationId xmlns:a16="http://schemas.microsoft.com/office/drawing/2014/main" id="{789C00D4-0777-EDC1-E04F-18C12EA51C13}"/>
              </a:ext>
            </a:extLst>
          </p:cNvPr>
          <p:cNvSpPr/>
          <p:nvPr userDrawn="1"/>
        </p:nvSpPr>
        <p:spPr>
          <a:xfrm>
            <a:off x="5303340" y="1340062"/>
            <a:ext cx="225177" cy="260820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83" h="5582" fill="none">
                <a:moveTo>
                  <a:pt x="0" y="0"/>
                </a:moveTo>
                <a:lnTo>
                  <a:pt x="0" y="5582"/>
                </a:lnTo>
                <a:lnTo>
                  <a:pt x="483" y="5582"/>
                </a:lnTo>
              </a:path>
            </a:pathLst>
          </a:custGeom>
          <a:noFill/>
          <a:ln w="25400" cap="flat">
            <a:solidFill>
              <a:schemeClr val="accent2"/>
            </a:solidFill>
            <a:prstDash val="solid"/>
            <a:round/>
            <a:headEnd type="none" w="med" len="med"/>
            <a:tailEnd type="oval" w="lg" len="lg"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582EFEA-CD9C-44C7-87EB-1B68741B38AF}"/>
              </a:ext>
            </a:extLst>
          </p:cNvPr>
          <p:cNvSpPr/>
          <p:nvPr userDrawn="1"/>
        </p:nvSpPr>
        <p:spPr>
          <a:xfrm flipH="1">
            <a:off x="5303340" y="3276701"/>
            <a:ext cx="225644" cy="0"/>
          </a:xfrm>
          <a:prstGeom prst="line">
            <a:avLst/>
          </a:prstGeom>
          <a:noFill/>
          <a:ln w="25400" cap="flat">
            <a:solidFill>
              <a:schemeClr val="accent2"/>
            </a:solidFill>
            <a:prstDash val="solid"/>
            <a:round/>
            <a:headEnd type="oval" w="lg" len="lg"/>
            <a:tailEnd type="none" w="med" len="med"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1C7B045D-0D68-7B73-52EC-9C4D37F71341}"/>
              </a:ext>
            </a:extLst>
          </p:cNvPr>
          <p:cNvSpPr/>
          <p:nvPr userDrawn="1"/>
        </p:nvSpPr>
        <p:spPr>
          <a:xfrm flipH="1">
            <a:off x="5303340" y="2604673"/>
            <a:ext cx="225644" cy="0"/>
          </a:xfrm>
          <a:prstGeom prst="line">
            <a:avLst/>
          </a:prstGeom>
          <a:noFill/>
          <a:ln w="25400" cap="flat">
            <a:solidFill>
              <a:schemeClr val="accent2"/>
            </a:solidFill>
            <a:prstDash val="solid"/>
            <a:round/>
            <a:headEnd type="oval" w="lg" len="lg"/>
            <a:tailEnd type="none" w="med" len="med"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725E506-F7D8-6247-7DB6-E468520B2D22}"/>
              </a:ext>
            </a:extLst>
          </p:cNvPr>
          <p:cNvSpPr/>
          <p:nvPr userDrawn="1"/>
        </p:nvSpPr>
        <p:spPr>
          <a:xfrm flipH="1">
            <a:off x="5303340" y="1933111"/>
            <a:ext cx="225644" cy="0"/>
          </a:xfrm>
          <a:prstGeom prst="line">
            <a:avLst/>
          </a:prstGeom>
          <a:noFill/>
          <a:ln w="25400" cap="flat">
            <a:solidFill>
              <a:schemeClr val="accent2"/>
            </a:solidFill>
            <a:prstDash val="solid"/>
            <a:round/>
            <a:headEnd type="oval" w="lg" len="lg"/>
            <a:tailEnd type="none" w="med" len="med"/>
          </a:ln>
        </p:spPr>
        <p:txBody>
          <a:bodyPr vert="horz" wrap="none" lIns="1350" tIns="1350" rIns="1350" bIns="1350" anchor="ctr" anchorCtr="1" compatLnSpc="0"/>
          <a:lstStyle/>
          <a:p>
            <a:pPr hangingPunct="0"/>
            <a:endParaRPr lang="en-none" sz="675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C20262C0-59BF-1E5B-E927-0DD7C06CA5B8}"/>
              </a:ext>
            </a:extLst>
          </p:cNvPr>
          <p:cNvSpPr txBox="1">
            <a:spLocks/>
          </p:cNvSpPr>
          <p:nvPr userDrawn="1"/>
        </p:nvSpPr>
        <p:spPr>
          <a:xfrm>
            <a:off x="501917" y="1147569"/>
            <a:ext cx="2497643" cy="393499"/>
          </a:xfrm>
          <a:prstGeom prst="rect">
            <a:avLst/>
          </a:prstGeom>
        </p:spPr>
        <p:txBody>
          <a:bodyPr anchor="ctr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Century Gothic" panose="020B0502020202020204" pitchFamily="34" charset="0"/>
                <a:ea typeface="Century Gothic" charset="0"/>
                <a:cs typeface="Century Gothic" charset="0"/>
              </a:defRPr>
            </a:lvl1pPr>
          </a:lstStyle>
          <a:p>
            <a:pPr algn="r"/>
            <a:r>
              <a:rPr lang="en-GB" sz="2000">
                <a:solidFill>
                  <a:schemeClr val="bg1"/>
                </a:solidFill>
                <a:latin typeface="+mj-lt"/>
              </a:rPr>
              <a:t>PROS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876DB3DC-9AD0-533B-C353-17387EC2409E}"/>
              </a:ext>
            </a:extLst>
          </p:cNvPr>
          <p:cNvSpPr txBox="1">
            <a:spLocks/>
          </p:cNvSpPr>
          <p:nvPr userDrawn="1"/>
        </p:nvSpPr>
        <p:spPr>
          <a:xfrm>
            <a:off x="6146818" y="1139668"/>
            <a:ext cx="2500227" cy="393499"/>
          </a:xfrm>
          <a:prstGeom prst="rect">
            <a:avLst/>
          </a:prstGeom>
        </p:spPr>
        <p:txBody>
          <a:bodyPr anchor="ctr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Century Gothic" panose="020B0502020202020204" pitchFamily="34" charset="0"/>
                <a:ea typeface="Century Gothic" charset="0"/>
                <a:cs typeface="Century Gothic" charset="0"/>
              </a:defRPr>
            </a:lvl1pPr>
          </a:lstStyle>
          <a:p>
            <a:pPr algn="l"/>
            <a:r>
              <a:rPr lang="en-GB" sz="2000">
                <a:solidFill>
                  <a:schemeClr val="bg1"/>
                </a:solidFill>
                <a:latin typeface="+mj-lt"/>
              </a:rPr>
              <a:t>CONS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C28BF1C0-FC6A-8B8C-C08C-0F4BA2C4B701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954825" y="3151065"/>
            <a:ext cx="2484000" cy="5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8D5E100A-FD7B-FB5F-7018-86ACCC69A121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5639427" y="1802119"/>
            <a:ext cx="2484000" cy="5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C60CC892-9906-A5DC-D157-E8D0DAC8146E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5657550" y="2476592"/>
            <a:ext cx="2484000" cy="5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BC1BBF6B-EA95-D3F2-504E-ECD1F814E3A1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5657550" y="3825537"/>
            <a:ext cx="2484000" cy="5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A1019CCB-DDEC-321B-5F22-8286D86B5F28}"/>
              </a:ext>
            </a:extLst>
          </p:cNvPr>
          <p:cNvSpPr>
            <a:spLocks noGrp="1"/>
          </p:cNvSpPr>
          <p:nvPr>
            <p:ph type="body" sz="half" idx="26"/>
          </p:nvPr>
        </p:nvSpPr>
        <p:spPr>
          <a:xfrm>
            <a:off x="5657550" y="3151065"/>
            <a:ext cx="2484000" cy="54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54BFA9A1-6C1B-235B-AEC0-B2285B500666}"/>
              </a:ext>
            </a:extLst>
          </p:cNvPr>
          <p:cNvSpPr/>
          <p:nvPr userDrawn="1"/>
        </p:nvSpPr>
        <p:spPr>
          <a:xfrm flipV="1">
            <a:off x="1190810" y="1556"/>
            <a:ext cx="6762381" cy="891073"/>
          </a:xfrm>
          <a:prstGeom prst="round2SameRect">
            <a:avLst>
              <a:gd name="adj1" fmla="val 2666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A31FE58-2E0F-3668-4CCE-5593359DA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1416" y="510140"/>
            <a:ext cx="6381169" cy="2866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5FA8E1-6F38-0893-337E-C993368FA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415" y="110122"/>
            <a:ext cx="6381170" cy="393499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38059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10.xml"/><Relationship Id="rId20" Type="http://schemas.openxmlformats.org/officeDocument/2006/relationships/theme" Target="../theme/theme2.xml"/><Relationship Id="rId21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8.xml"/><Relationship Id="rId8" Type="http://schemas.openxmlformats.org/officeDocument/2006/relationships/theme" Target="../theme/theme4.xml"/><Relationship Id="rId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2.xml"/><Relationship Id="rId25" Type="http://schemas.openxmlformats.org/officeDocument/2006/relationships/theme" Target="../theme/theme6.xml"/><Relationship Id="rId26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91.xml"/><Relationship Id="rId48" Type="http://schemas.openxmlformats.org/officeDocument/2006/relationships/theme" Target="../theme/theme8.xml"/><Relationship Id="rId4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33.xml"/><Relationship Id="rId9" Type="http://schemas.openxmlformats.org/officeDocument/2006/relationships/theme" Target="../theme/theme9.xml"/><Relationship Id="rId1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235577-201D-A49F-8651-017F183AC87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30F2936-3A0F-B6E0-B7DA-174505A3A58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8D1DD0-805F-5688-A13F-BAFBF7F38795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99123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2"/>
    <p:sldLayoutId id="2147483704" r:id="rId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bg1"/>
          </a:solidFill>
          <a:latin typeface="Century Gothic" charset="0"/>
          <a:ea typeface="Century Gothic" charset="0"/>
          <a:cs typeface="Century Gothic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1pPr>
      <a:lvl2pPr marL="406004" indent="-233363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2pPr>
      <a:lvl3pPr marL="640556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50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3pPr>
      <a:lvl4pPr marL="900113" indent="-259556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4pPr>
      <a:lvl5pPr marL="1168004" indent="-267891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/>
        <a:defRPr sz="1350" kern="1200">
          <a:solidFill>
            <a:schemeClr val="tx1"/>
          </a:solidFill>
          <a:latin typeface="Century Gothic" charset="0"/>
          <a:ea typeface="Century Gothic" charset="0"/>
          <a:cs typeface="Century Gothic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AEB579-7213-7B79-C98B-5D74321E648F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75FA642-C86B-1764-DE65-56497E234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098462F9-5DC9-B082-05A7-BA24A22BBB03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7A2DBD-EA4C-84B4-C3E0-E631643FE799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66408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AE8D6F-AA88-EB67-A018-E1A648DA47B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4171D0-450A-77A2-4028-96F216DB5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E5F37788-AB81-D945-2905-0CFE50A699F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A6E8B8-EB53-3241-6FDF-7CFDB106AE7E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122340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C741B0-2CD8-A347-997D-35A5D58D5B2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B10485-0E49-6A96-C2BF-50CB6DD51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7D92C30E-CDE6-3270-1EDC-D751792EE0EA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ECD62D-A184-F3ED-CF3C-552909376CAD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316428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FD26CB-7797-98A4-9B9F-759D9E9B9370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8FEB072-73F4-36DD-A772-A87BBA282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E234D2EB-3C1F-1BB6-1F97-5208760BA915}"/>
              </a:ext>
            </a:extLst>
          </p:cNvPr>
          <p:cNvPicPr>
            <a:picLocks noChangeAspect="1"/>
          </p:cNvPicPr>
          <p:nvPr userDrawn="1"/>
        </p:nvPicPr>
        <p:blipFill>
          <a:blip r:embed="rId4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2E1D6F-DB9D-BFDE-B403-F5728F13FA27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407452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1B954D-B1C1-9B4A-FBBB-759899D7289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762" tIns="49382" rIns="98762" bIns="4938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350" b="0" i="0" u="none" strike="noStrike" kern="1200" cap="none" spc="0" normalizeH="0" baseline="0" noProof="0">
              <a:ln>
                <a:noFill/>
              </a:ln>
              <a:solidFill>
                <a:srgbClr val="272749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+mn-cs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BC2209F-CE66-6BBF-CD24-671C036A5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8241" y="4812754"/>
            <a:ext cx="692972" cy="200055"/>
          </a:xfrm>
          <a:prstGeom prst="rect">
            <a:avLst/>
          </a:prstGeom>
        </p:spPr>
        <p:txBody>
          <a:bodyPr/>
          <a:lstStyle>
            <a:lvl1pPr algn="l">
              <a:defRPr sz="800">
                <a:latin typeface="+mj-lt"/>
              </a:defRPr>
            </a:lvl1pPr>
          </a:lstStyle>
          <a:p>
            <a:r>
              <a:rPr lang="en-US"/>
              <a:t>Page </a:t>
            </a:r>
            <a:fld id="{CA5B3323-A711-1245-BE85-B51CA50DD6C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3DF8B6D-0DF5-EA43-05D6-95FD756D747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1213" y="4742037"/>
            <a:ext cx="1108275" cy="3414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2E9680-3876-E290-88B4-DA2809DAB590}"/>
              </a:ext>
            </a:extLst>
          </p:cNvPr>
          <p:cNvSpPr txBox="1"/>
          <p:nvPr userDrawn="1"/>
        </p:nvSpPr>
        <p:spPr>
          <a:xfrm>
            <a:off x="7620" y="4966603"/>
            <a:ext cx="45720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/>
              <a:t>CONFIDENTIAL</a:t>
            </a:r>
            <a:endParaRPr lang="en-ZA" sz="500"/>
          </a:p>
        </p:txBody>
      </p:sp>
    </p:spTree>
    <p:extLst>
      <p:ext uri="{BB962C8B-B14F-4D97-AF65-F5344CB8AC3E}">
        <p14:creationId xmlns:p14="http://schemas.microsoft.com/office/powerpoint/2010/main" val="255667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739DFB-DA54-2547-A79F-3634874B3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cover_text1 }}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874BEB-3081-6372-6A38-88AEAD14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cover_title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D7A2B1-2A70-BA39-F02B-CD4218D6D21C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t>{{ cover_text2 }}</a:t>
            </a:r>
          </a:p>
        </p:txBody>
      </p:sp>
    </p:spTree>
    <p:extLst>
      <p:ext uri="{BB962C8B-B14F-4D97-AF65-F5344CB8AC3E}">
        <p14:creationId xmlns:p14="http://schemas.microsoft.com/office/powerpoint/2010/main" val="140700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3D61B-35C6-1A2F-A8B0-F9F2D376E08E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agenda_text1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66194-E572-28AF-FF77-66EC7F5586C2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agenda_text2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1E937B-01C6-BFB6-509B-74D9B462855D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t>{{ agenda_text3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4AC501-BDCD-3A36-401E-CB7B0FEE3E7D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r>
              <a:t>{{ agenda_text5 }}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722BE6-DD33-F26D-485D-A3A37E67968D}"/>
              </a:ext>
            </a:extLst>
          </p:cNvPr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r>
              <a:t>{{ agenda_text6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01AA7-A092-6705-90AF-22CF5EC2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agenda_title 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96933-BE90-F0EF-DA9D-638F6EEFE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agenda_text4 }}</a:t>
            </a:r>
          </a:p>
        </p:txBody>
      </p:sp>
    </p:spTree>
    <p:extLst>
      <p:ext uri="{BB962C8B-B14F-4D97-AF65-F5344CB8AC3E}">
        <p14:creationId xmlns:p14="http://schemas.microsoft.com/office/powerpoint/2010/main" val="3558059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59A91-DDAC-343F-CB1A-8D383629123A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challenge_text2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E7910-2087-A9D9-D94E-1E57F5830CA3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challenge_text3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FE0BA1-108A-E993-FC35-A4F074F22E0E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challenge_text4 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BA075-E142-2975-10A0-DF22415FC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challenge_text1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98AFB-AC2E-E80D-0E1F-D7B69950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challenge_title }}</a:t>
            </a:r>
          </a:p>
        </p:txBody>
      </p:sp>
    </p:spTree>
    <p:extLst>
      <p:ext uri="{BB962C8B-B14F-4D97-AF65-F5344CB8AC3E}">
        <p14:creationId xmlns:p14="http://schemas.microsoft.com/office/powerpoint/2010/main" val="40652801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71570-B135-4755-1671-00EBE8B94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summary_text3 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7523C-F0A3-2A0E-B7F2-4864F5682A4C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summary_text2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FBC64-42A4-5572-706F-9F366401A558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summary_text4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C1895B-BD3F-A94C-38AB-067C8D206E35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summary_text5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DC68F-D22A-523C-DFB3-95C5EEFE57C3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r>
              <a:t>{{ summary_text1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5A8CD-E40A-29A9-0AC6-16DD40B4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summary_title }}</a:t>
            </a:r>
          </a:p>
        </p:txBody>
      </p:sp>
    </p:spTree>
    <p:extLst>
      <p:ext uri="{BB962C8B-B14F-4D97-AF65-F5344CB8AC3E}">
        <p14:creationId xmlns:p14="http://schemas.microsoft.com/office/powerpoint/2010/main" val="10512773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1E0DC4C-B490-E4FF-9BFF-C74498A8F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milestone_text13 }}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08FB71-3C6B-8C5E-005B-CC821AE5E78F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t>{{ milestone_text12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8B6930-201D-8988-C3FD-AD0C419F2EDF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t>{{ milestone_text10 }}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2CCC55-9384-E66C-02CF-8ABD4FCD8300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r>
              <a:t>{{ milestone_text7 }}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0EBD7FA-8588-3008-AC48-B0DCC77F7883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milestone_text3 }}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FF5920E-C2D8-5D84-C6C7-ABCFA514313B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t>{{ milestone_text2 }}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3A82E8E-E090-6555-8893-A6CBAE25E92C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t>{{ milestone_text8 }}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E4F3F2F-D329-F907-4384-16BDBBCB6CC2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t>{{ milestone_text6 }}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538EBC-7E7F-148F-91B1-7FD13BCA54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r>
              <a:t>{{ milestone_text11 }}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73F53DA-B9A9-38B6-D5BE-388AB1B646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r>
              <a:t>{{ milestone_text9 }}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4E2DA0C-8638-024B-EEA9-2CBB623D716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r>
              <a:t>{{ milestone_text5 }}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DC88A54-ED7E-42BF-9858-AEEAD9966D1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r>
              <a:t>{{ milestone_text4 }}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2E656B2-11F6-3288-88D5-F0B4EA2E3113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r>
              <a:t>{{ milestone_text1 }}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BAB521E-E47F-819B-C4B3-A3E37C16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milestone_title }}</a:t>
            </a:r>
          </a:p>
        </p:txBody>
      </p:sp>
    </p:spTree>
    <p:extLst>
      <p:ext uri="{BB962C8B-B14F-4D97-AF65-F5344CB8AC3E}">
        <p14:creationId xmlns:p14="http://schemas.microsoft.com/office/powerpoint/2010/main" val="140329554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6065A-7EC5-A255-3722-C2F7F8EFDBBF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t>{{ pro_1 }}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D2571-62C1-412A-ACC1-8AD939FC7740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t>{{ pro_2 }}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34910E-F6C1-A653-3ACE-714F623F0FF9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t>{{ pro_4 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BC7AD0-131E-E8B1-E011-D6D2CC1F8CF3}"/>
              </a:ext>
            </a:extLst>
          </p:cNvPr>
          <p:cNvSpPr>
            <a:spLocks noGrp="1"/>
          </p:cNvSpPr>
          <p:nvPr>
            <p:ph type="body" sz="half" idx="22"/>
          </p:nvPr>
        </p:nvSpPr>
        <p:spPr/>
        <p:txBody>
          <a:bodyPr/>
          <a:lstStyle/>
          <a:p>
            <a:r>
              <a:t>{{ pro_3 }}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F3216A-EA57-0044-F226-7940094C7BE5}"/>
              </a:ext>
            </a:extLst>
          </p:cNvPr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r>
              <a:t>{{ con_1 }}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39E1FD-2470-967E-36D8-BF65023FFF26}"/>
              </a:ext>
            </a:extLst>
          </p:cNvPr>
          <p:cNvSpPr>
            <a:spLocks noGrp="1"/>
          </p:cNvSpPr>
          <p:nvPr>
            <p:ph type="body" sz="half" idx="24"/>
          </p:nvPr>
        </p:nvSpPr>
        <p:spPr/>
        <p:txBody>
          <a:bodyPr/>
          <a:lstStyle/>
          <a:p>
            <a:r>
              <a:t>{{ con_2 }}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9BF02D-1C60-6D0F-07CF-43F4A922A36C}"/>
              </a:ext>
            </a:extLst>
          </p:cNvPr>
          <p:cNvSpPr>
            <a:spLocks noGrp="1"/>
          </p:cNvSpPr>
          <p:nvPr>
            <p:ph type="body" sz="half" idx="25"/>
          </p:nvPr>
        </p:nvSpPr>
        <p:spPr/>
        <p:txBody>
          <a:bodyPr/>
          <a:lstStyle/>
          <a:p>
            <a:r>
              <a:t>{{ con_4 }}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79153E-F03C-361D-1548-ED1CD6618CB6}"/>
              </a:ext>
            </a:extLst>
          </p:cNvPr>
          <p:cNvSpPr>
            <a:spLocks noGrp="1"/>
          </p:cNvSpPr>
          <p:nvPr>
            <p:ph type="body" sz="half" idx="26"/>
          </p:nvPr>
        </p:nvSpPr>
        <p:spPr/>
        <p:txBody>
          <a:bodyPr/>
          <a:lstStyle/>
          <a:p>
            <a:r>
              <a:t>{{ con_3 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55B6D-9117-20D1-6706-E3F3B81D1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{{ tradeoff_note }}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C7B84-6FB5-61FC-9E97-863153AC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 tradeoff_title }}</a:t>
            </a:r>
          </a:p>
        </p:txBody>
      </p:sp>
    </p:spTree>
    <p:extLst>
      <p:ext uri="{BB962C8B-B14F-4D97-AF65-F5344CB8AC3E}">
        <p14:creationId xmlns:p14="http://schemas.microsoft.com/office/powerpoint/2010/main" val="426186690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49732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PowerPoint Proposal Template.potx" id="{67EDC9BE-195C-4E2E-9987-9D862BB279CC}" vid="{1DD36912-53BA-41BA-BDA4-58B3A78B74B6}"/>
    </a:ext>
  </a:extLst>
</a:theme>
</file>

<file path=ppt/theme/theme2.xml><?xml version="1.0" encoding="utf-8"?>
<a:theme xmlns:a="http://schemas.openxmlformats.org/drawingml/2006/main" name="Agenda | Next Steps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roblem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General Content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Approach | Roadmap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Comparison Slides">
  <a:themeElements>
    <a:clrScheme name="BSC Blues">
      <a:dk1>
        <a:srgbClr val="111111"/>
      </a:dk1>
      <a:lt1>
        <a:srgbClr val="FCFCFC"/>
      </a:lt1>
      <a:dk2>
        <a:srgbClr val="AFAFAF"/>
      </a:dk2>
      <a:lt2>
        <a:srgbClr val="565656"/>
      </a:lt2>
      <a:accent1>
        <a:srgbClr val="1D4085"/>
      </a:accent1>
      <a:accent2>
        <a:srgbClr val="006395"/>
      </a:accent2>
      <a:accent3>
        <a:srgbClr val="148AB7"/>
      </a:accent3>
      <a:accent4>
        <a:srgbClr val="39C2D8"/>
      </a:accent4>
      <a:accent5>
        <a:srgbClr val="79CBCD"/>
      </a:accent5>
      <a:accent6>
        <a:srgbClr val="53B1B4"/>
      </a:accent6>
      <a:hlink>
        <a:srgbClr val="5A8184"/>
      </a:hlink>
      <a:folHlink>
        <a:srgbClr val="132A59"/>
      </a:folHlink>
    </a:clrScheme>
    <a:fontScheme name="BSC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</Template>
  <TotalTime>239</TotalTime>
  <Words>50</Words>
  <Application>Microsoft Office PowerPoint</Application>
  <PresentationFormat>On-screen Show (16:9)</PresentationFormat>
  <Paragraphs>39</Paragraphs>
  <Slides>147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147</vt:i4>
      </vt:variant>
    </vt:vector>
  </HeadingPairs>
  <TitlesOfParts>
    <vt:vector size="169" baseType="lpstr">
      <vt:lpstr>Aptos</vt:lpstr>
      <vt:lpstr>Arial</vt:lpstr>
      <vt:lpstr>Arial Nova</vt:lpstr>
      <vt:lpstr>Calibri</vt:lpstr>
      <vt:lpstr>Century Gothic</vt:lpstr>
      <vt:lpstr>DM Sans</vt:lpstr>
      <vt:lpstr>Fira Sans</vt:lpstr>
      <vt:lpstr>Fira Sans Medium</vt:lpstr>
      <vt:lpstr>Inter</vt:lpstr>
      <vt:lpstr>Lato Light</vt:lpstr>
      <vt:lpstr>Oswald</vt:lpstr>
      <vt:lpstr>Poppins</vt:lpstr>
      <vt:lpstr>Roboto Medium</vt:lpstr>
      <vt:lpstr>Cover Page</vt:lpstr>
      <vt:lpstr>Agenda | Next Steps Slides</vt:lpstr>
      <vt:lpstr>Team Slides</vt:lpstr>
      <vt:lpstr>Problem Slides</vt:lpstr>
      <vt:lpstr>Solution | Objective Slides</vt:lpstr>
      <vt:lpstr>General Content</vt:lpstr>
      <vt:lpstr>Insight Slides</vt:lpstr>
      <vt:lpstr>Approach | Roadmap Slides</vt:lpstr>
      <vt:lpstr>Comparison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PASSION</dc:title>
  <dc:creator/>
  <cp:lastModifiedBy/>
  <cp:revision>1</cp:revision>
  <cp:lastPrinted>2023-07-22T09:00:26Z</cp:lastPrinted>
  <dcterms:created xsi:type="dcterms:W3CDTF">2023-06-15T07:10:53Z</dcterms:created>
  <dcterms:modified xsi:type="dcterms:W3CDTF">2024-11-13T06:55:20Z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3f6681-6027-45ac-a9c2-14713e76fe9d_Enabled">
    <vt:lpwstr>true</vt:lpwstr>
  </property>
  <property fmtid="{D5CDD505-2E9C-101B-9397-08002B2CF9AE}" pid="3" name="MSIP_Label_b63f6681-6027-45ac-a9c2-14713e76fe9d_SetDate">
    <vt:lpwstr>2023-11-01T10:53:06Z</vt:lpwstr>
  </property>
  <property fmtid="{D5CDD505-2E9C-101B-9397-08002B2CF9AE}" pid="4" name="MSIP_Label_b63f6681-6027-45ac-a9c2-14713e76fe9d_Method">
    <vt:lpwstr>Standard</vt:lpwstr>
  </property>
  <property fmtid="{D5CDD505-2E9C-101B-9397-08002B2CF9AE}" pid="5" name="MSIP_Label_b63f6681-6027-45ac-a9c2-14713e76fe9d_Name">
    <vt:lpwstr>Confidential</vt:lpwstr>
  </property>
  <property fmtid="{D5CDD505-2E9C-101B-9397-08002B2CF9AE}" pid="6" name="MSIP_Label_b63f6681-6027-45ac-a9c2-14713e76fe9d_SiteId">
    <vt:lpwstr>f28e5d44-45ee-477d-953a-728a7c537813</vt:lpwstr>
  </property>
  <property fmtid="{D5CDD505-2E9C-101B-9397-08002B2CF9AE}" pid="7" name="MSIP_Label_b63f6681-6027-45ac-a9c2-14713e76fe9d_ActionId">
    <vt:lpwstr>b30bce34-0e54-4305-ac43-fb27eba94ed1</vt:lpwstr>
  </property>
  <property fmtid="{D5CDD505-2E9C-101B-9397-08002B2CF9AE}" pid="8" name="MSIP_Label_b63f6681-6027-45ac-a9c2-14713e76fe9d_ContentBits">
    <vt:lpwstr>0</vt:lpwstr>
  </property>
</Properties>
</file>