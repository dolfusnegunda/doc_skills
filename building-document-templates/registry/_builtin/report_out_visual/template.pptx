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35.xml" ContentType="application/vnd.openxmlformats-officedocument.presentationml.slide+xml"/>
  <Override PartName="/ppt/slides/slide137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6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1"/>
    <p:sldMasterId id="2147483910" r:id="rId2"/>
    <p:sldMasterId id="2147483954" r:id="rId6"/>
    <p:sldMasterId id="2147483911" r:id="rId9"/>
  </p:sldMasterIdLst>
  <p:notesMasterIdLst>
    <p:notesMasterId r:id="rId157"/>
  </p:notesMasterIdLst>
  <p:handoutMasterIdLst>
    <p:handoutMasterId r:id="rId158"/>
  </p:handoutMasterIdLst>
  <p:sldIdLst>
    <p:sldId id="4340" r:id="rId11"/>
    <p:sldId id="4226" r:id="rId59"/>
    <p:sldId id="4319" r:id="rId24"/>
    <p:sldId id="4331" r:id="rId144"/>
    <p:sldId id="4323" r:id="rId60"/>
    <p:sldId id="4338" r:id="rId146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 of Templates" id="{9554B1B4-C7CA-C74F-8861-BF2A34BB2D4F}">
          <p14:sldIdLst>
            <p14:sldId id="4342"/>
            <p14:sldId id="4340"/>
            <p14:sldId id="4343"/>
          </p14:sldIdLst>
        </p14:section>
        <p14:section name="Agenda/Next Steps" id="{2D5FD0DA-43EC-44C5-BD21-5BED051E8F80}">
          <p14:sldIdLst>
            <p14:sldId id="4200"/>
            <p14:sldId id="4201"/>
            <p14:sldId id="4202"/>
            <p14:sldId id="4203"/>
            <p14:sldId id="4204"/>
            <p14:sldId id="4205"/>
            <p14:sldId id="4206"/>
            <p14:sldId id="4207"/>
            <p14:sldId id="4208"/>
            <p14:sldId id="4209"/>
            <p14:sldId id="4210"/>
            <p14:sldId id="4319"/>
            <p14:sldId id="4211"/>
            <p14:sldId id="4212"/>
            <p14:sldId id="4213"/>
            <p14:sldId id="4225"/>
            <p14:sldId id="4321"/>
            <p14:sldId id="4214"/>
            <p14:sldId id="4215"/>
          </p14:sldIdLst>
        </p14:section>
        <p14:section name="Team Slides" id="{CF1E1CFD-7726-44A2-B1F2-3A336EA31D75}">
          <p14:sldIdLst>
            <p14:sldId id="4216"/>
            <p14:sldId id="4217"/>
            <p14:sldId id="4218"/>
            <p14:sldId id="4219"/>
            <p14:sldId id="4222"/>
            <p14:sldId id="4223"/>
            <p14:sldId id="4220"/>
            <p14:sldId id="4221"/>
          </p14:sldIdLst>
        </p14:section>
        <p14:section name="Problem Slides" id="{C52B8A4D-807B-4438-9D7A-2CF546DC05C5}">
          <p14:sldIdLst>
            <p14:sldId id="4246"/>
            <p14:sldId id="4247"/>
            <p14:sldId id="4248"/>
            <p14:sldId id="4249"/>
            <p14:sldId id="4250"/>
            <p14:sldId id="4251"/>
            <p14:sldId id="4252"/>
          </p14:sldIdLst>
        </p14:section>
        <p14:section name="Solution | Objective Slides" id="{CE5B4AF9-4906-415A-87D8-D7D206631E98}">
          <p14:sldIdLst>
            <p14:sldId id="4253"/>
            <p14:sldId id="4254"/>
            <p14:sldId id="4320"/>
            <p14:sldId id="4255"/>
            <p14:sldId id="4256"/>
            <p14:sldId id="4257"/>
            <p14:sldId id="4258"/>
            <p14:sldId id="4259"/>
            <p14:sldId id="4260"/>
            <p14:sldId id="4332"/>
          </p14:sldIdLst>
        </p14:section>
        <p14:section name="General Content" id="{785B3DD6-DF8D-419D-A054-C74EFC1580AF}">
          <p14:sldIdLst>
            <p14:sldId id="4224"/>
            <p14:sldId id="4322"/>
            <p14:sldId id="4226"/>
            <p14:sldId id="4323"/>
            <p14:sldId id="4227"/>
            <p14:sldId id="4324"/>
            <p14:sldId id="4228"/>
            <p14:sldId id="4229"/>
            <p14:sldId id="4230"/>
            <p14:sldId id="4231"/>
            <p14:sldId id="4232"/>
            <p14:sldId id="4233"/>
            <p14:sldId id="4234"/>
            <p14:sldId id="4235"/>
            <p14:sldId id="4236"/>
            <p14:sldId id="4237"/>
            <p14:sldId id="4238"/>
            <p14:sldId id="4239"/>
            <p14:sldId id="4240"/>
            <p14:sldId id="4241"/>
            <p14:sldId id="4242"/>
            <p14:sldId id="4243"/>
            <p14:sldId id="4244"/>
            <p14:sldId id="4245"/>
          </p14:sldIdLst>
        </p14:section>
        <p14:section name="Insight Slides" id="{FBCD03F6-5A9C-435D-86B1-6C278845070B}">
          <p14:sldIdLst>
            <p14:sldId id="4261"/>
            <p14:sldId id="4262"/>
            <p14:sldId id="4263"/>
            <p14:sldId id="4264"/>
            <p14:sldId id="4265"/>
            <p14:sldId id="4266"/>
            <p14:sldId id="4267"/>
            <p14:sldId id="4325"/>
            <p14:sldId id="4268"/>
            <p14:sldId id="4326"/>
          </p14:sldIdLst>
        </p14:section>
        <p14:section name="Approach | Roadmap Slides" id="{75B37634-ADF2-4546-A059-FF40D334DD1A}">
          <p14:sldIdLst>
            <p14:sldId id="4271"/>
            <p14:sldId id="4270"/>
            <p14:sldId id="4272"/>
            <p14:sldId id="4273"/>
            <p14:sldId id="4274"/>
            <p14:sldId id="4275"/>
            <p14:sldId id="4276"/>
            <p14:sldId id="4277"/>
            <p14:sldId id="4278"/>
            <p14:sldId id="4279"/>
            <p14:sldId id="4280"/>
            <p14:sldId id="4281"/>
            <p14:sldId id="4282"/>
            <p14:sldId id="4283"/>
            <p14:sldId id="4284"/>
            <p14:sldId id="4285"/>
            <p14:sldId id="4286"/>
            <p14:sldId id="4287"/>
            <p14:sldId id="4288"/>
            <p14:sldId id="4289"/>
            <p14:sldId id="4290"/>
            <p14:sldId id="4291"/>
            <p14:sldId id="4292"/>
            <p14:sldId id="4293"/>
            <p14:sldId id="4294"/>
            <p14:sldId id="4295"/>
            <p14:sldId id="4296"/>
            <p14:sldId id="4297"/>
            <p14:sldId id="4298"/>
            <p14:sldId id="4299"/>
            <p14:sldId id="4300"/>
            <p14:sldId id="4334"/>
            <p14:sldId id="4301"/>
            <p14:sldId id="4333"/>
            <p14:sldId id="4330"/>
            <p14:sldId id="4302"/>
            <p14:sldId id="4303"/>
            <p14:sldId id="4304"/>
            <p14:sldId id="4306"/>
            <p14:sldId id="4335"/>
            <p14:sldId id="4305"/>
            <p14:sldId id="4307"/>
            <p14:sldId id="4336"/>
            <p14:sldId id="4308"/>
            <p14:sldId id="4309"/>
            <p14:sldId id="4310"/>
          </p14:sldIdLst>
        </p14:section>
        <p14:section name="Comparison Slides" id="{0356D0E2-34A1-4E08-824E-5E7AFF3DC2C5}">
          <p14:sldIdLst>
            <p14:sldId id="4312"/>
            <p14:sldId id="4313"/>
            <p14:sldId id="4314"/>
            <p14:sldId id="4315"/>
            <p14:sldId id="4316"/>
            <p14:sldId id="4317"/>
            <p14:sldId id="4318"/>
            <p14:sldId id="4331"/>
            <p14:sldId id="4337"/>
            <p14:sldId id="4338"/>
          </p14:sldIdLst>
        </p14:section>
        <p14:section name="Regional Slides" id="{914D7C30-4E9C-4BE7-B628-865275FD3E50}">
          <p14:sldIdLst>
            <p14:sldId id="4176"/>
            <p14:sldId id="4177"/>
            <p14:sldId id="4178"/>
            <p14:sldId id="4179"/>
            <p14:sldId id="4180"/>
            <p14:sldId id="4183"/>
            <p14:sldId id="4186"/>
            <p14:sldId id="4198"/>
            <p14:sldId id="4189"/>
            <p14:sldId id="41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26" userDrawn="1">
          <p15:clr>
            <a:srgbClr val="A4A3A4"/>
          </p15:clr>
        </p15:guide>
        <p15:guide id="2" pos="2903" userDrawn="1">
          <p15:clr>
            <a:srgbClr val="A4A3A4"/>
          </p15:clr>
        </p15:guide>
        <p15:guide id="3" orient="horz" pos="985" userDrawn="1">
          <p15:clr>
            <a:srgbClr val="A4A3A4"/>
          </p15:clr>
        </p15:guide>
        <p15:guide id="4" orient="horz" pos="5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042"/>
    <a:srgbClr val="F0F0F0"/>
    <a:srgbClr val="8C9EC0"/>
    <a:srgbClr val="4E67C8"/>
    <a:srgbClr val="FCFCFC"/>
    <a:srgbClr val="5ABFC1"/>
    <a:srgbClr val="0F6889"/>
    <a:srgbClr val="D6D6D6"/>
    <a:srgbClr val="3A989A"/>
    <a:srgbClr val="5A81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18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88" y="62"/>
      </p:cViewPr>
      <p:guideLst>
        <p:guide orient="horz" pos="3026"/>
        <p:guide pos="2903"/>
        <p:guide orient="horz" pos="985"/>
        <p:guide orient="horz" pos="5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6" Type="http://schemas.openxmlformats.org/officeDocument/2006/relationships/slideMaster" Target="slideMasters/slideMaster6.xml"/><Relationship Id="rId9" Type="http://schemas.openxmlformats.org/officeDocument/2006/relationships/slideMaster" Target="slideMasters/slideMaster9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144" Type="http://schemas.openxmlformats.org/officeDocument/2006/relationships/slide" Target="slides/slide135.xml"/><Relationship Id="rId146" Type="http://schemas.openxmlformats.org/officeDocument/2006/relationships/slide" Target="slides/slide137.xml"/><Relationship Id="rId157" Type="http://schemas.openxmlformats.org/officeDocument/2006/relationships/notesMaster" Target="notesMasters/notesMaster1.xml"/><Relationship Id="rId158" Type="http://schemas.openxmlformats.org/officeDocument/2006/relationships/handoutMaster" Target="handoutMasters/handoutMaster1.xml"/><Relationship Id="rId159" Type="http://schemas.openxmlformats.org/officeDocument/2006/relationships/presProps" Target="presProps.xml"/><Relationship Id="rId160" Type="http://schemas.openxmlformats.org/officeDocument/2006/relationships/viewProps" Target="viewProps.xml"/><Relationship Id="rId161" Type="http://schemas.openxmlformats.org/officeDocument/2006/relationships/theme" Target="theme/theme1.xml"/><Relationship Id="rId16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3543C3-9724-C480-AC59-B258987509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83F85-C0DC-BADA-9B3B-ECFCE0B704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8708F-F928-44AA-9E39-1CE5E6A29F2F}" type="datetimeFigureOut">
              <a:rPr lang="en-ZA" smtClean="0"/>
              <a:t>2024/11/13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2E257-7195-6A8E-85E9-C48F5AD426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EBDCC-6173-8516-2DF1-2FAC914FA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44EB0-C377-4C06-81F2-16EBF9E3B7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1047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D2789-A930-6040-B61A-9605A076CE6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2BC6D-189C-F049-B140-9C4F18CB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35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33BBCF-EBC0-4EAD-82A2-8053847B28D0}"/>
              </a:ext>
            </a:extLst>
          </p:cNvPr>
          <p:cNvSpPr/>
          <p:nvPr userDrawn="1"/>
        </p:nvSpPr>
        <p:spPr>
          <a:xfrm>
            <a:off x="7797600" y="4579200"/>
            <a:ext cx="1296000" cy="5642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1" name="Picture 10" descr="Mobile device with apps">
            <a:extLst>
              <a:ext uri="{FF2B5EF4-FFF2-40B4-BE49-F238E27FC236}">
                <a16:creationId xmlns:a16="http://schemas.microsoft.com/office/drawing/2014/main" id="{6C2334B3-C1F1-4C0C-22A0-E8BA28640F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4A54F74-FF37-DECC-5D70-8F8752EDD69F}"/>
              </a:ext>
            </a:extLst>
          </p:cNvPr>
          <p:cNvSpPr/>
          <p:nvPr userDrawn="1"/>
        </p:nvSpPr>
        <p:spPr>
          <a:xfrm>
            <a:off x="339090" y="1082040"/>
            <a:ext cx="8465820" cy="3642360"/>
          </a:xfrm>
          <a:prstGeom prst="rect">
            <a:avLst/>
          </a:prstGeom>
          <a:solidFill>
            <a:srgbClr val="FCFCFC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523DF-39EE-E2D6-BEE2-7474F8967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5179" y="2938312"/>
            <a:ext cx="5296549" cy="369516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FAF5F6-C49A-CECC-77E6-79DAED59A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5179" y="2109377"/>
            <a:ext cx="5296549" cy="744404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3495F66-2B95-9B74-0F06-AEB0B33F5D4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7521944" y="3392359"/>
            <a:ext cx="1119785" cy="169277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9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ACC2F9-F8E8-56BA-14D5-27B540DB011F}"/>
              </a:ext>
            </a:extLst>
          </p:cNvPr>
          <p:cNvSpPr/>
          <p:nvPr userDrawn="1"/>
        </p:nvSpPr>
        <p:spPr>
          <a:xfrm>
            <a:off x="172719" y="2406064"/>
            <a:ext cx="453701" cy="331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766C08-DA71-9606-8BDE-D3BC60F68F29}"/>
              </a:ext>
            </a:extLst>
          </p:cNvPr>
          <p:cNvSpPr/>
          <p:nvPr userDrawn="1"/>
        </p:nvSpPr>
        <p:spPr>
          <a:xfrm>
            <a:off x="172718" y="2737537"/>
            <a:ext cx="453701" cy="3313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A55014-37B2-1BDC-3809-A9542B1493C7}"/>
              </a:ext>
            </a:extLst>
          </p:cNvPr>
          <p:cNvSpPr/>
          <p:nvPr userDrawn="1"/>
        </p:nvSpPr>
        <p:spPr>
          <a:xfrm>
            <a:off x="172718" y="3060994"/>
            <a:ext cx="453701" cy="3313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A296E0-A42F-99D6-2106-A1FEAEC1BB5B}"/>
              </a:ext>
            </a:extLst>
          </p:cNvPr>
          <p:cNvSpPr txBox="1"/>
          <p:nvPr userDrawn="1"/>
        </p:nvSpPr>
        <p:spPr>
          <a:xfrm>
            <a:off x="0" y="4958830"/>
            <a:ext cx="5280127" cy="18466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>
                <a:solidFill>
                  <a:schemeClr val="bg1"/>
                </a:solidFill>
                <a:latin typeface="Arial Nova" panose="020B0504020202020204" pitchFamily="34" charset="0"/>
              </a:rPr>
              <a:t>© </a:t>
            </a:r>
            <a:r>
              <a:rPr lang="en-ZA" sz="600">
                <a:solidFill>
                  <a:schemeClr val="bg1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</a:rPr>
              <a:t>CONFIDENTIAL</a:t>
            </a:r>
            <a:endParaRPr lang="en-US" sz="600" b="0" i="0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A0CD64-0AFE-8B43-4003-B08E7BC9A4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9518" r="16809"/>
          <a:stretch/>
        </p:blipFill>
        <p:spPr>
          <a:xfrm>
            <a:off x="172719" y="78394"/>
            <a:ext cx="2262587" cy="11068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864BFB-1617-F801-2B58-C96839D212C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30385" y="871453"/>
            <a:ext cx="3074525" cy="12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0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76E695D-4F99-C146-BF79-FFE528B4809C}"/>
              </a:ext>
            </a:extLst>
          </p:cNvPr>
          <p:cNvGrpSpPr/>
          <p:nvPr userDrawn="1"/>
        </p:nvGrpSpPr>
        <p:grpSpPr>
          <a:xfrm flipV="1">
            <a:off x="0" y="4286970"/>
            <a:ext cx="9144000" cy="141623"/>
            <a:chOff x="520454" y="1050704"/>
            <a:chExt cx="4054940" cy="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D58183E-5C47-D298-646D-CB93ACA21F3B}"/>
                </a:ext>
              </a:extLst>
            </p:cNvPr>
            <p:cNvCxnSpPr>
              <a:cxnSpLocks/>
            </p:cNvCxnSpPr>
            <p:nvPr/>
          </p:nvCxnSpPr>
          <p:spPr>
            <a:xfrm>
              <a:off x="520454" y="1050704"/>
              <a:ext cx="1357460" cy="0"/>
            </a:xfrm>
            <a:prstGeom prst="line">
              <a:avLst/>
            </a:prstGeom>
            <a:ln w="38100">
              <a:solidFill>
                <a:srgbClr val="C726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EA0A87-0449-055D-E76B-A661A896B095}"/>
                </a:ext>
              </a:extLst>
            </p:cNvPr>
            <p:cNvCxnSpPr>
              <a:cxnSpLocks/>
            </p:cNvCxnSpPr>
            <p:nvPr/>
          </p:nvCxnSpPr>
          <p:spPr>
            <a:xfrm>
              <a:off x="1864622" y="1050704"/>
              <a:ext cx="1357460" cy="0"/>
            </a:xfrm>
            <a:prstGeom prst="line">
              <a:avLst/>
            </a:prstGeom>
            <a:ln w="38100">
              <a:solidFill>
                <a:srgbClr val="0163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D460E2-5D46-0336-41F2-9BE4D7156901}"/>
                </a:ext>
              </a:extLst>
            </p:cNvPr>
            <p:cNvCxnSpPr>
              <a:cxnSpLocks/>
            </p:cNvCxnSpPr>
            <p:nvPr/>
          </p:nvCxnSpPr>
          <p:spPr>
            <a:xfrm>
              <a:off x="3217934" y="1050704"/>
              <a:ext cx="1357460" cy="0"/>
            </a:xfrm>
            <a:prstGeom prst="line">
              <a:avLst/>
            </a:prstGeom>
            <a:ln w="38100">
              <a:solidFill>
                <a:srgbClr val="039A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C49D9D4-B55A-CD82-D145-55AFC555EED1}"/>
              </a:ext>
            </a:extLst>
          </p:cNvPr>
          <p:cNvSpPr txBox="1"/>
          <p:nvPr userDrawn="1"/>
        </p:nvSpPr>
        <p:spPr>
          <a:xfrm>
            <a:off x="-75491" y="4886274"/>
            <a:ext cx="5280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>
                <a:latin typeface="Arial Nova" panose="020B0504020202020204" pitchFamily="34" charset="0"/>
              </a:rPr>
              <a:t>© </a:t>
            </a:r>
            <a:r>
              <a:rPr lang="en-ZA" sz="600">
                <a:effectLst/>
                <a:latin typeface="Arial Nova" panose="020B0504020202020204" pitchFamily="34" charset="0"/>
                <a:ea typeface="Calibri" panose="020F0502020204030204" pitchFamily="34" charset="0"/>
              </a:rPr>
              <a:t>CONFIDENTIAL</a:t>
            </a:r>
          </a:p>
          <a:p>
            <a:pPr algn="ctr"/>
            <a:endParaRPr lang="en-US" sz="600" b="0" i="0">
              <a:latin typeface="Arial Nova" panose="020B0504020202020204" pitchFamily="34" charset="0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084D8DE-0F3C-3448-710F-257AF86669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332" y="2776923"/>
            <a:ext cx="2346446" cy="723007"/>
          </a:xfrm>
          <a:prstGeom prst="rect">
            <a:avLst/>
          </a:prstGeom>
        </p:spPr>
      </p:pic>
      <p:pic>
        <p:nvPicPr>
          <p:cNvPr id="3" name="Picture 2" descr="A close-up of letters&#10;&#10;Description automatically generated">
            <a:extLst>
              <a:ext uri="{FF2B5EF4-FFF2-40B4-BE49-F238E27FC236}">
                <a16:creationId xmlns:a16="http://schemas.microsoft.com/office/drawing/2014/main" id="{BACC714E-98BC-C805-4162-E1CC41C69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624" y="806875"/>
            <a:ext cx="4393170" cy="1509502"/>
          </a:xfrm>
          <a:prstGeom prst="rect">
            <a:avLst/>
          </a:prstGeom>
        </p:spPr>
      </p:pic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382B7581-E571-347F-1E00-A7DD06380CEB}"/>
              </a:ext>
            </a:extLst>
          </p:cNvPr>
          <p:cNvSpPr txBox="1">
            <a:spLocks/>
          </p:cNvSpPr>
          <p:nvPr userDrawn="1"/>
        </p:nvSpPr>
        <p:spPr>
          <a:xfrm>
            <a:off x="588282" y="3625944"/>
            <a:ext cx="8053210" cy="2682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100">
                <a:solidFill>
                  <a:schemeClr val="tx1"/>
                </a:solidFill>
              </a:rPr>
              <a:t>Company address  |  Contact  |  Website</a:t>
            </a:r>
            <a:r>
              <a:rPr lang="en-GB" sz="1100">
                <a:solidFill>
                  <a:schemeClr val="accent5"/>
                </a:solidFill>
              </a:rPr>
              <a:t> |      </a:t>
            </a:r>
            <a:r>
              <a:rPr lang="en-GB" sz="1100">
                <a:solidFill>
                  <a:schemeClr val="tx1"/>
                </a:solidFill>
              </a:rPr>
              <a:t/>
            </a:r>
            <a:r>
              <a:rPr lang="en-GB" sz="1100">
                <a:solidFill>
                  <a:schemeClr val="accent5"/>
                </a:solidFill>
              </a:rPr>
              <a:t>|</a:t>
            </a:r>
            <a:r>
              <a:rPr lang="en-GB" sz="1100">
                <a:solidFill>
                  <a:schemeClr val="tx1"/>
                </a:solidFill>
              </a:rPr>
              <a:t/>
            </a:r>
          </a:p>
          <a:p>
            <a:endParaRPr lang="en-GB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836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52CB75-B029-0B10-8EC0-5CADBD63D9A3}"/>
              </a:ext>
            </a:extLst>
          </p:cNvPr>
          <p:cNvSpPr/>
          <p:nvPr userDrawn="1"/>
        </p:nvSpPr>
        <p:spPr>
          <a:xfrm>
            <a:off x="1107268" y="1094994"/>
            <a:ext cx="6929465" cy="567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009747E6-92DE-5D8F-7651-7052D0683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5AC7893-96DA-512F-9894-1361DDE22C67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764500" y="1145643"/>
            <a:ext cx="6199200" cy="46668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9E9F3FB-17AC-72F6-4446-73B1CC1C3F81}"/>
              </a:ext>
            </a:extLst>
          </p:cNvPr>
          <p:cNvSpPr/>
          <p:nvPr userDrawn="1"/>
        </p:nvSpPr>
        <p:spPr>
          <a:xfrm>
            <a:off x="1107268" y="3318432"/>
            <a:ext cx="6929465" cy="567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153B4F8-4161-82DC-47AB-53DED8195998}"/>
              </a:ext>
            </a:extLst>
          </p:cNvPr>
          <p:cNvSpPr/>
          <p:nvPr userDrawn="1"/>
        </p:nvSpPr>
        <p:spPr>
          <a:xfrm>
            <a:off x="1107268" y="2576876"/>
            <a:ext cx="6929465" cy="567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D9EC7A-7252-8912-0947-84F0691F3389}"/>
              </a:ext>
            </a:extLst>
          </p:cNvPr>
          <p:cNvSpPr/>
          <p:nvPr userDrawn="1"/>
        </p:nvSpPr>
        <p:spPr>
          <a:xfrm>
            <a:off x="1107267" y="1834910"/>
            <a:ext cx="6929465" cy="567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122D741-3580-9049-EDEE-5F58A58F3829}"/>
              </a:ext>
            </a:extLst>
          </p:cNvPr>
          <p:cNvSpPr/>
          <p:nvPr userDrawn="1"/>
        </p:nvSpPr>
        <p:spPr>
          <a:xfrm>
            <a:off x="1107268" y="4059579"/>
            <a:ext cx="6929465" cy="567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EF5D57BF-34B5-AF7B-FF13-65AFAB719D11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1764500" y="1883871"/>
            <a:ext cx="6199200" cy="46668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60349EB8-4368-6CC0-32DF-1DAA83456B8B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64500" y="2628195"/>
            <a:ext cx="6199200" cy="46668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FD8968CE-4517-541F-62CA-B12F9FEE1B61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1764500" y="3372519"/>
            <a:ext cx="6199200" cy="46668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3207FCD-7612-57FA-6686-116F996081A5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1764500" y="4116844"/>
            <a:ext cx="6199200" cy="46668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28F120-E600-3837-B581-939DFAD87088}"/>
              </a:ext>
            </a:extLst>
          </p:cNvPr>
          <p:cNvSpPr/>
          <p:nvPr userDrawn="1"/>
        </p:nvSpPr>
        <p:spPr>
          <a:xfrm>
            <a:off x="1109550" y="1094993"/>
            <a:ext cx="580457" cy="56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b="1"/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0EE646-8545-6042-5AF7-4B8AC19D2337}"/>
              </a:ext>
            </a:extLst>
          </p:cNvPr>
          <p:cNvSpPr/>
          <p:nvPr userDrawn="1"/>
        </p:nvSpPr>
        <p:spPr>
          <a:xfrm>
            <a:off x="1109549" y="1836140"/>
            <a:ext cx="580457" cy="56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b="1"/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13858D-BCA8-0096-FA10-7E38D0BE5F33}"/>
              </a:ext>
            </a:extLst>
          </p:cNvPr>
          <p:cNvSpPr/>
          <p:nvPr userDrawn="1"/>
        </p:nvSpPr>
        <p:spPr>
          <a:xfrm>
            <a:off x="1109820" y="2576466"/>
            <a:ext cx="580457" cy="56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b="1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3D0A8D-1C14-4725-74A4-A725A79C3360}"/>
              </a:ext>
            </a:extLst>
          </p:cNvPr>
          <p:cNvSpPr/>
          <p:nvPr userDrawn="1"/>
        </p:nvSpPr>
        <p:spPr>
          <a:xfrm>
            <a:off x="1109549" y="3319332"/>
            <a:ext cx="580457" cy="56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b="1"/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CB0984-2115-6090-0E5F-6A235D73B892}"/>
              </a:ext>
            </a:extLst>
          </p:cNvPr>
          <p:cNvSpPr/>
          <p:nvPr userDrawn="1"/>
        </p:nvSpPr>
        <p:spPr>
          <a:xfrm>
            <a:off x="1109548" y="4059023"/>
            <a:ext cx="580457" cy="56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b="1"/>
              <a:t>5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D1ED8FD7-710A-B719-FDF7-1FAC098D811B}"/>
              </a:ext>
            </a:extLst>
          </p:cNvPr>
          <p:cNvSpPr/>
          <p:nvPr userDrawn="1"/>
        </p:nvSpPr>
        <p:spPr>
          <a:xfrm flipV="1">
            <a:off x="1190810" y="1556"/>
            <a:ext cx="6762381" cy="891800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DFC95F-A84F-B86E-15AE-DBE76A8CED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415" y="264777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6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0862689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86BCC7-E03C-BDD7-4C13-BD3E75284DAC}"/>
              </a:ext>
            </a:extLst>
          </p:cNvPr>
          <p:cNvSpPr/>
          <p:nvPr userDrawn="1"/>
        </p:nvSpPr>
        <p:spPr>
          <a:xfrm>
            <a:off x="5090160" y="1675803"/>
            <a:ext cx="4053840" cy="280475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>
              <a:lnSpc>
                <a:spcPct val="150000"/>
              </a:lnSpc>
            </a:pPr>
            <a:endParaRPr lang="en-US" sz="1600"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99EB20FF-1B56-0C8A-C5C8-7777FF32B4C8}"/>
              </a:ext>
            </a:extLst>
          </p:cNvPr>
          <p:cNvSpPr/>
          <p:nvPr/>
        </p:nvSpPr>
        <p:spPr>
          <a:xfrm rot="5400000" flipH="1">
            <a:off x="1853676" y="-355076"/>
            <a:ext cx="1017048" cy="4724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1A8000F8-4753-C2AF-76A4-96C43C3EC17F}"/>
              </a:ext>
            </a:extLst>
          </p:cNvPr>
          <p:cNvSpPr/>
          <p:nvPr/>
        </p:nvSpPr>
        <p:spPr>
          <a:xfrm rot="5400000" flipH="1">
            <a:off x="1853676" y="759909"/>
            <a:ext cx="1017048" cy="4724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4BEA50D7-E8D1-408F-01FB-84710096952B}"/>
              </a:ext>
            </a:extLst>
          </p:cNvPr>
          <p:cNvSpPr/>
          <p:nvPr/>
        </p:nvSpPr>
        <p:spPr>
          <a:xfrm rot="5400000" flipH="1">
            <a:off x="1853676" y="1874895"/>
            <a:ext cx="1017048" cy="4724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4A4610-CD77-BAB5-B829-8864E1606F24}"/>
              </a:ext>
            </a:extLst>
          </p:cNvPr>
          <p:cNvCxnSpPr>
            <a:cxnSpLocks/>
          </p:cNvCxnSpPr>
          <p:nvPr userDrawn="1"/>
        </p:nvCxnSpPr>
        <p:spPr>
          <a:xfrm>
            <a:off x="2961639" y="1029579"/>
            <a:ext cx="31902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2ED08BC-FB1A-C07B-3084-DDBBBF33CA63}"/>
              </a:ext>
            </a:extLst>
          </p:cNvPr>
          <p:cNvSpPr>
            <a:spLocks noGrp="1"/>
          </p:cNvSpPr>
          <p:nvPr userDrawn="1">
            <p:ph type="body" sz="half" idx="2"/>
          </p:nvPr>
        </p:nvSpPr>
        <p:spPr>
          <a:xfrm>
            <a:off x="5198516" y="1836295"/>
            <a:ext cx="3813404" cy="2502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38D30BA4-B9A3-FEFB-9B2C-852797A7B433}"/>
              </a:ext>
            </a:extLst>
          </p:cNvPr>
          <p:cNvSpPr>
            <a:spLocks noGrp="1"/>
          </p:cNvSpPr>
          <p:nvPr userDrawn="1">
            <p:ph type="body" sz="half" idx="11"/>
          </p:nvPr>
        </p:nvSpPr>
        <p:spPr>
          <a:xfrm>
            <a:off x="758596" y="1613361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95041A6-DEF3-095F-4084-63110EC7293F}"/>
              </a:ext>
            </a:extLst>
          </p:cNvPr>
          <p:cNvSpPr>
            <a:spLocks noGrp="1"/>
          </p:cNvSpPr>
          <p:nvPr userDrawn="1">
            <p:ph type="body" sz="half" idx="12"/>
          </p:nvPr>
        </p:nvSpPr>
        <p:spPr>
          <a:xfrm>
            <a:off x="758596" y="2729962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959D158B-FA4E-BBED-2CC3-7D6A645701EA}"/>
              </a:ext>
            </a:extLst>
          </p:cNvPr>
          <p:cNvSpPr>
            <a:spLocks noGrp="1"/>
          </p:cNvSpPr>
          <p:nvPr userDrawn="1">
            <p:ph type="body" sz="half" idx="13"/>
          </p:nvPr>
        </p:nvSpPr>
        <p:spPr>
          <a:xfrm>
            <a:off x="758596" y="3828454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8BFE77-3A3A-5137-9077-0B5914235376}"/>
              </a:ext>
            </a:extLst>
          </p:cNvPr>
          <p:cNvSpPr txBox="1"/>
          <p:nvPr userDrawn="1"/>
        </p:nvSpPr>
        <p:spPr>
          <a:xfrm>
            <a:off x="37236" y="1639602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1.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0EEA52-3F61-CF1F-7B10-A24EE8E196F6}"/>
              </a:ext>
            </a:extLst>
          </p:cNvPr>
          <p:cNvSpPr txBox="1"/>
          <p:nvPr userDrawn="1"/>
        </p:nvSpPr>
        <p:spPr>
          <a:xfrm>
            <a:off x="37236" y="2752777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2.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80564E-88B8-F90B-40FB-1407C2722776}"/>
              </a:ext>
            </a:extLst>
          </p:cNvPr>
          <p:cNvSpPr txBox="1"/>
          <p:nvPr userDrawn="1"/>
        </p:nvSpPr>
        <p:spPr>
          <a:xfrm>
            <a:off x="37236" y="3851269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3.</a:t>
            </a: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D79A9045-A6D3-B399-CC14-C8BCC9DA95B8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6FF7671-21C3-0FCF-401C-922AF443BA8D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680143" y="669014"/>
            <a:ext cx="7783713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D476964-F7EE-97CC-EE54-9ECF2D97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43" y="247458"/>
            <a:ext cx="7783714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18923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86BCC7-E03C-BDD7-4C13-BD3E75284DAC}"/>
              </a:ext>
            </a:extLst>
          </p:cNvPr>
          <p:cNvSpPr/>
          <p:nvPr userDrawn="1"/>
        </p:nvSpPr>
        <p:spPr>
          <a:xfrm>
            <a:off x="5090160" y="1675803"/>
            <a:ext cx="4053840" cy="280475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>
              <a:lnSpc>
                <a:spcPct val="150000"/>
              </a:lnSpc>
            </a:pPr>
            <a:endParaRPr lang="en-US" sz="1600"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99EB20FF-1B56-0C8A-C5C8-7777FF32B4C8}"/>
              </a:ext>
            </a:extLst>
          </p:cNvPr>
          <p:cNvSpPr/>
          <p:nvPr/>
        </p:nvSpPr>
        <p:spPr>
          <a:xfrm rot="5400000" flipH="1">
            <a:off x="1853676" y="-355076"/>
            <a:ext cx="1017048" cy="47244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1A8000F8-4753-C2AF-76A4-96C43C3EC17F}"/>
              </a:ext>
            </a:extLst>
          </p:cNvPr>
          <p:cNvSpPr/>
          <p:nvPr/>
        </p:nvSpPr>
        <p:spPr>
          <a:xfrm rot="5400000" flipH="1">
            <a:off x="1853676" y="759909"/>
            <a:ext cx="1017048" cy="47244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4BEA50D7-E8D1-408F-01FB-84710096952B}"/>
              </a:ext>
            </a:extLst>
          </p:cNvPr>
          <p:cNvSpPr/>
          <p:nvPr/>
        </p:nvSpPr>
        <p:spPr>
          <a:xfrm rot="5400000" flipH="1">
            <a:off x="1853676" y="1874895"/>
            <a:ext cx="1017048" cy="47244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38D30BA4-B9A3-FEFB-9B2C-852797A7B433}"/>
              </a:ext>
            </a:extLst>
          </p:cNvPr>
          <p:cNvSpPr>
            <a:spLocks noGrp="1"/>
          </p:cNvSpPr>
          <p:nvPr userDrawn="1">
            <p:ph type="body" sz="half" idx="11"/>
          </p:nvPr>
        </p:nvSpPr>
        <p:spPr>
          <a:xfrm>
            <a:off x="758596" y="1613361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95041A6-DEF3-095F-4084-63110EC7293F}"/>
              </a:ext>
            </a:extLst>
          </p:cNvPr>
          <p:cNvSpPr>
            <a:spLocks noGrp="1"/>
          </p:cNvSpPr>
          <p:nvPr userDrawn="1">
            <p:ph type="body" sz="half" idx="12"/>
          </p:nvPr>
        </p:nvSpPr>
        <p:spPr>
          <a:xfrm>
            <a:off x="758596" y="2729962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959D158B-FA4E-BBED-2CC3-7D6A645701EA}"/>
              </a:ext>
            </a:extLst>
          </p:cNvPr>
          <p:cNvSpPr>
            <a:spLocks noGrp="1"/>
          </p:cNvSpPr>
          <p:nvPr userDrawn="1">
            <p:ph type="body" sz="half" idx="13"/>
          </p:nvPr>
        </p:nvSpPr>
        <p:spPr>
          <a:xfrm>
            <a:off x="758596" y="3828454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8BFE77-3A3A-5137-9077-0B5914235376}"/>
              </a:ext>
            </a:extLst>
          </p:cNvPr>
          <p:cNvSpPr txBox="1"/>
          <p:nvPr userDrawn="1"/>
        </p:nvSpPr>
        <p:spPr>
          <a:xfrm>
            <a:off x="37236" y="1639602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1.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0EEA52-3F61-CF1F-7B10-A24EE8E196F6}"/>
              </a:ext>
            </a:extLst>
          </p:cNvPr>
          <p:cNvSpPr txBox="1"/>
          <p:nvPr userDrawn="1"/>
        </p:nvSpPr>
        <p:spPr>
          <a:xfrm>
            <a:off x="37236" y="2752777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2.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80564E-88B8-F90B-40FB-1407C2722776}"/>
              </a:ext>
            </a:extLst>
          </p:cNvPr>
          <p:cNvSpPr txBox="1"/>
          <p:nvPr userDrawn="1"/>
        </p:nvSpPr>
        <p:spPr>
          <a:xfrm>
            <a:off x="37236" y="3851269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3.</a:t>
            </a: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D79A9045-A6D3-B399-CC14-C8BCC9DA95B8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49C480-566E-C44C-89BC-F7DAE43A5745}"/>
              </a:ext>
            </a:extLst>
          </p:cNvPr>
          <p:cNvCxnSpPr>
            <a:cxnSpLocks/>
          </p:cNvCxnSpPr>
          <p:nvPr userDrawn="1"/>
        </p:nvCxnSpPr>
        <p:spPr>
          <a:xfrm>
            <a:off x="2961639" y="1029579"/>
            <a:ext cx="31902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8333103-D328-8494-98FA-892012C9AA1B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680143" y="669014"/>
            <a:ext cx="7783713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067E52-6B57-915F-90A6-4D0F2B7D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43" y="247458"/>
            <a:ext cx="7783714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9899D64-075E-C491-30D5-75EFE08A1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98516" y="1836295"/>
            <a:ext cx="3813404" cy="2502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28667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67">
            <a:extLst>
              <a:ext uri="{FF2B5EF4-FFF2-40B4-BE49-F238E27FC236}">
                <a16:creationId xmlns:a16="http://schemas.microsoft.com/office/drawing/2014/main" id="{45A200B2-2B05-23DE-5C25-7D32D34A385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293557" y="765762"/>
            <a:ext cx="3625454" cy="4210188"/>
          </a:xfrm>
          <a:prstGeom prst="round2SameRect">
            <a:avLst>
              <a:gd name="adj1" fmla="val 13711"/>
              <a:gd name="adj2" fmla="val 0"/>
            </a:avLst>
          </a:prstGeom>
          <a:solidFill>
            <a:schemeClr val="accent2">
              <a:alpha val="30196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/>
          </a:p>
        </p:txBody>
      </p:sp>
      <p:sp>
        <p:nvSpPr>
          <p:cNvPr id="7" name="Round Same Side Corner Rectangle 68">
            <a:extLst>
              <a:ext uri="{FF2B5EF4-FFF2-40B4-BE49-F238E27FC236}">
                <a16:creationId xmlns:a16="http://schemas.microsoft.com/office/drawing/2014/main" id="{18405FF7-C6FB-9028-182B-58C96360EEFC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5222746" y="765761"/>
            <a:ext cx="3625453" cy="4210188"/>
          </a:xfrm>
          <a:prstGeom prst="round2SameRect">
            <a:avLst>
              <a:gd name="adj1" fmla="val 14598"/>
              <a:gd name="adj2" fmla="val 0"/>
            </a:avLst>
          </a:prstGeom>
          <a:solidFill>
            <a:schemeClr val="accent2">
              <a:alpha val="30196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9F82D34-C886-114E-0CB5-AF407CD5779C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134627" y="1197631"/>
            <a:ext cx="3259411" cy="3009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TITLE 01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71CBCFC-5D03-9BC7-5912-A1F58696086D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5749962" y="1197631"/>
            <a:ext cx="3259411" cy="30091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TITLE 02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705CD2-4B5F-8BBF-781E-1327936F1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 272">
            <a:extLst>
              <a:ext uri="{FF2B5EF4-FFF2-40B4-BE49-F238E27FC236}">
                <a16:creationId xmlns:a16="http://schemas.microsoft.com/office/drawing/2014/main" id="{9ED82C1D-DAA9-BE6D-D4E2-877C4A623B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941" y="2490843"/>
            <a:ext cx="1294118" cy="1294118"/>
          </a:xfrm>
          <a:custGeom>
            <a:avLst/>
            <a:gdLst>
              <a:gd name="T0" fmla="*/ 2768 w 2769"/>
              <a:gd name="T1" fmla="*/ 1383 h 2768"/>
              <a:gd name="T2" fmla="*/ 2768 w 2769"/>
              <a:gd name="T3" fmla="*/ 1383 h 2768"/>
              <a:gd name="T4" fmla="*/ 1384 w 2769"/>
              <a:gd name="T5" fmla="*/ 2767 h 2768"/>
              <a:gd name="T6" fmla="*/ 1384 w 2769"/>
              <a:gd name="T7" fmla="*/ 2767 h 2768"/>
              <a:gd name="T8" fmla="*/ 0 w 2769"/>
              <a:gd name="T9" fmla="*/ 1383 h 2768"/>
              <a:gd name="T10" fmla="*/ 0 w 2769"/>
              <a:gd name="T11" fmla="*/ 1383 h 2768"/>
              <a:gd name="T12" fmla="*/ 1384 w 2769"/>
              <a:gd name="T13" fmla="*/ 0 h 2768"/>
              <a:gd name="T14" fmla="*/ 1384 w 2769"/>
              <a:gd name="T15" fmla="*/ 0 h 2768"/>
              <a:gd name="T16" fmla="*/ 2768 w 2769"/>
              <a:gd name="T17" fmla="*/ 1383 h 2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69" h="2768">
                <a:moveTo>
                  <a:pt x="2768" y="1383"/>
                </a:moveTo>
                <a:lnTo>
                  <a:pt x="2768" y="1383"/>
                </a:lnTo>
                <a:cubicBezTo>
                  <a:pt x="2768" y="2148"/>
                  <a:pt x="2148" y="2767"/>
                  <a:pt x="1384" y="2767"/>
                </a:cubicBezTo>
                <a:lnTo>
                  <a:pt x="1384" y="2767"/>
                </a:lnTo>
                <a:cubicBezTo>
                  <a:pt x="620" y="2767"/>
                  <a:pt x="0" y="2148"/>
                  <a:pt x="0" y="1383"/>
                </a:cubicBezTo>
                <a:lnTo>
                  <a:pt x="0" y="1383"/>
                </a:lnTo>
                <a:cubicBezTo>
                  <a:pt x="0" y="619"/>
                  <a:pt x="620" y="0"/>
                  <a:pt x="1384" y="0"/>
                </a:cubicBezTo>
                <a:lnTo>
                  <a:pt x="1384" y="0"/>
                </a:lnTo>
                <a:cubicBezTo>
                  <a:pt x="2148" y="0"/>
                  <a:pt x="2768" y="619"/>
                  <a:pt x="2768" y="1383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53B6B-0B06-33C3-94C8-F430B2326CD3}"/>
              </a:ext>
            </a:extLst>
          </p:cNvPr>
          <p:cNvSpPr txBox="1"/>
          <p:nvPr userDrawn="1"/>
        </p:nvSpPr>
        <p:spPr>
          <a:xfrm>
            <a:off x="4081321" y="2815212"/>
            <a:ext cx="93647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 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41BF1EF-3D0E-F169-663B-4E0492280A4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134626" y="1633493"/>
            <a:ext cx="3813259" cy="2844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214F91F-C731-64C7-BC21-E9164F4CEFA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196114" y="1627720"/>
            <a:ext cx="3813259" cy="2844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5888FFD1-9ACE-613D-A368-227C385BEBAB}"/>
              </a:ext>
            </a:extLst>
          </p:cNvPr>
          <p:cNvSpPr/>
          <p:nvPr userDrawn="1"/>
        </p:nvSpPr>
        <p:spPr>
          <a:xfrm flipV="1">
            <a:off x="1190810" y="1556"/>
            <a:ext cx="6762381" cy="891073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ECBA99A-443A-1BC0-AA18-0954CB39C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1416" y="510140"/>
            <a:ext cx="6381169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B9B058D-D2D3-C494-026F-29135D1CC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15" y="110122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15348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4" Type="http://schemas.openxmlformats.org/officeDocument/2006/relationships/slideLayout" Target="../slideLayouts/slideLayout4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2" Type="http://schemas.openxmlformats.org/officeDocument/2006/relationships/slideLayout" Target="../slideLayouts/slideLayout17.xml"/><Relationship Id="rId20" Type="http://schemas.openxmlformats.org/officeDocument/2006/relationships/theme" Target="../theme/theme2.xml"/><Relationship Id="rId21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25" Type="http://schemas.openxmlformats.org/officeDocument/2006/relationships/theme" Target="../theme/theme6.xml"/><Relationship Id="rId26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138.xml"/><Relationship Id="rId9" Type="http://schemas.openxmlformats.org/officeDocument/2006/relationships/theme" Target="../theme/theme9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235577-201D-A49F-8651-017F183AC87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30F2936-3A0F-B6E0-B7DA-174505A3A58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8D1DD0-805F-5688-A13F-BAFBF7F38795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199123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2"/>
    <p:sldLayoutId id="2147483704" r:id="rId4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bg1"/>
          </a:solidFill>
          <a:latin typeface="Century Gothic" charset="0"/>
          <a:ea typeface="Century Gothic" charset="0"/>
          <a:cs typeface="Century Gothic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1pPr>
      <a:lvl2pPr marL="406004" indent="-23336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2pPr>
      <a:lvl3pPr marL="640556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5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3pPr>
      <a:lvl4pPr marL="900113" indent="-259556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35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4pPr>
      <a:lvl5pPr marL="1168004" indent="-267891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35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AEB579-7213-7B79-C98B-5D74321E648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75FA642-C86B-1764-DE65-56497E234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98462F9-5DC9-B082-05A7-BA24A22BBB03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7A2DBD-EA4C-84B4-C3E0-E631643FE799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366408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C741B0-2CD8-A347-997D-35A5D58D5B2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B10485-0E49-6A96-C2BF-50CB6DD51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D92C30E-CDE6-3270-1EDC-D751792EE0EA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ECD62D-A184-F3ED-CF3C-552909376CAD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316428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3"/>
    <p:sldLayoutId id="214748403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1B954D-B1C1-9B4A-FBBB-759899D7289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BC2209F-CE66-6BBF-CD24-671C036A5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13DF8B6D-0DF5-EA43-05D6-95FD756D747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2E9680-3876-E290-88B4-DA2809DAB590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255667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739DFB-DA54-2547-A79F-3634874B3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cover_text1 }}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874BEB-3081-6372-6A38-88AEAD14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cover_title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D7A2B1-2A70-BA39-F02B-CD4218D6D21C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t>{{ cover_text2 }}</a:t>
            </a:r>
          </a:p>
        </p:txBody>
      </p:sp>
    </p:spTree>
    <p:extLst>
      <p:ext uri="{BB962C8B-B14F-4D97-AF65-F5344CB8AC3E}">
        <p14:creationId xmlns:p14="http://schemas.microsoft.com/office/powerpoint/2010/main" val="1407003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FF16E2-C290-25AD-C4CD-356E08B32562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t>{{ finding_text1 }}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9F7B2DE-1121-E8A3-A2D1-4ECF1405DCC4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finding_text2 }}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1AE0D3-A278-833C-C62F-E4B394D791E9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finding_text3 }}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5B1FD6-E6B1-BDD8-E3DE-7B8F8848CD69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finding_text4 }}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E1632C-D097-54FF-9E05-6E6BF41E3713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finding_text5 }}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AFB4C0A-DD83-623A-AE0D-51F0544B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finding_title }}</a:t>
            </a:r>
          </a:p>
        </p:txBody>
      </p:sp>
    </p:spTree>
    <p:extLst>
      <p:ext uri="{BB962C8B-B14F-4D97-AF65-F5344CB8AC3E}">
        <p14:creationId xmlns:p14="http://schemas.microsoft.com/office/powerpoint/2010/main" val="28071644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71570-B135-4755-1671-00EBE8B94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summary_text3 }}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7523C-F0A3-2A0E-B7F2-4864F5682A4C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summary_text2 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FBC64-42A4-5572-706F-9F366401A55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summary_text4 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C1895B-BD3F-A94C-38AB-067C8D206E35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summary_text5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DC68F-D22A-523C-DFB3-95C5EEFE57C3}"/>
              </a:ext>
            </a:extLst>
          </p:cNvPr>
          <p:cNvSpPr>
            <a:spLocks noGrp="1"/>
          </p:cNvSpPr>
          <p:nvPr>
            <p:ph type="body" sz="half" idx="31"/>
          </p:nvPr>
        </p:nvSpPr>
        <p:spPr/>
        <p:txBody>
          <a:bodyPr/>
          <a:lstStyle/>
          <a:p>
            <a:r>
              <a:t>{{ summary_text1 }}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5A8CD-E40A-29A9-0AC6-16DD40B4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summary_title }}</a:t>
            </a:r>
          </a:p>
        </p:txBody>
      </p:sp>
    </p:spTree>
    <p:extLst>
      <p:ext uri="{BB962C8B-B14F-4D97-AF65-F5344CB8AC3E}">
        <p14:creationId xmlns:p14="http://schemas.microsoft.com/office/powerpoint/2010/main" val="10512773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C88B67A-E0E7-5CE8-0073-4425FD002729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recommendation_text2 }}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12A2C93-8FB3-B12C-0EFC-85847910E8AB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recommendation_text4 }}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5F4AAC5-6128-6566-BD5B-D8334810D670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recommendation_text5 }}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11F5B34-966D-CCB8-C2F0-F1587B8E7E34}"/>
              </a:ext>
            </a:extLst>
          </p:cNvPr>
          <p:cNvSpPr>
            <a:spLocks noGrp="1"/>
          </p:cNvSpPr>
          <p:nvPr>
            <p:ph type="body" sz="half" idx="31"/>
          </p:nvPr>
        </p:nvSpPr>
        <p:spPr/>
        <p:txBody>
          <a:bodyPr/>
          <a:lstStyle/>
          <a:p>
            <a:r>
              <a:t>{{ recommendation_text1 }}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A674365-C7E0-501E-F33E-EB7FBA025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recommendation_title }}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124508C-1BAD-0A3E-6843-2AA3AFABC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recommendation_text3 }}</a:t>
            </a:r>
          </a:p>
        </p:txBody>
      </p:sp>
    </p:spTree>
    <p:extLst>
      <p:ext uri="{BB962C8B-B14F-4D97-AF65-F5344CB8AC3E}">
        <p14:creationId xmlns:p14="http://schemas.microsoft.com/office/powerpoint/2010/main" val="219855451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398B62-5900-133A-19A8-1F972B6E46D5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before_1 }}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CC6E09-4F84-E6B8-BFEC-A065C0B715E9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after_1 }}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211429-11B0-3B0F-04FF-B06F7FF3155C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before_2 }}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22F25E4-F628-349B-43B4-6D4811670C08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after_2 }}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5F9D944-FB4C-FB8A-A710-0E3407113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compare_note }}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63F368B-01A9-B90C-EE65-82C0C9D9D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compare_title }}</a:t>
            </a:r>
          </a:p>
        </p:txBody>
      </p:sp>
    </p:spTree>
    <p:extLst>
      <p:ext uri="{BB962C8B-B14F-4D97-AF65-F5344CB8AC3E}">
        <p14:creationId xmlns:p14="http://schemas.microsoft.com/office/powerpoint/2010/main" val="148475646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49732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PowerPoint Proposal Template.potx" id="{67EDC9BE-195C-4E2E-9987-9D862BB279CC}" vid="{1DD36912-53BA-41BA-BDA4-58B3A78B74B6}"/>
    </a:ext>
  </a:extLst>
</a:theme>
</file>

<file path=ppt/theme/theme2.xml><?xml version="1.0" encoding="utf-8"?>
<a:theme xmlns:a="http://schemas.openxmlformats.org/drawingml/2006/main" name="Agenda | Next Steps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General Content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Comparison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</Template>
  <TotalTime>239</TotalTime>
  <Words>50</Words>
  <Application>Microsoft Office PowerPoint</Application>
  <PresentationFormat>On-screen Show (16:9)</PresentationFormat>
  <Paragraphs>39</Paragraphs>
  <Slides>147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147</vt:i4>
      </vt:variant>
    </vt:vector>
  </HeadingPairs>
  <TitlesOfParts>
    <vt:vector size="169" baseType="lpstr">
      <vt:lpstr>Aptos</vt:lpstr>
      <vt:lpstr>Arial</vt:lpstr>
      <vt:lpstr>Arial Nova</vt:lpstr>
      <vt:lpstr>Calibri</vt:lpstr>
      <vt:lpstr>Century Gothic</vt:lpstr>
      <vt:lpstr>DM Sans</vt:lpstr>
      <vt:lpstr>Fira Sans</vt:lpstr>
      <vt:lpstr>Fira Sans Medium</vt:lpstr>
      <vt:lpstr>Inter</vt:lpstr>
      <vt:lpstr>Lato Light</vt:lpstr>
      <vt:lpstr>Oswald</vt:lpstr>
      <vt:lpstr>Poppins</vt:lpstr>
      <vt:lpstr>Roboto Medium</vt:lpstr>
      <vt:lpstr>Cover Page</vt:lpstr>
      <vt:lpstr>Agenda | Next Steps Slides</vt:lpstr>
      <vt:lpstr>Team Slides</vt:lpstr>
      <vt:lpstr>Problem Slides</vt:lpstr>
      <vt:lpstr>Solution | Objective Slides</vt:lpstr>
      <vt:lpstr>General Content</vt:lpstr>
      <vt:lpstr>Insight Slides</vt:lpstr>
      <vt:lpstr>Approach | Roadmap Slides</vt:lpstr>
      <vt:lpstr>Comparison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PASSION</dc:title>
  <dc:creator/>
  <cp:lastModifiedBy/>
  <cp:revision>1</cp:revision>
  <cp:lastPrinted>2023-07-22T09:00:26Z</cp:lastPrinted>
  <dcterms:created xsi:type="dcterms:W3CDTF">2023-06-15T07:10:53Z</dcterms:created>
  <dcterms:modified xsi:type="dcterms:W3CDTF">2024-11-13T06:55:20Z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3f6681-6027-45ac-a9c2-14713e76fe9d_Enabled">
    <vt:lpwstr>true</vt:lpwstr>
  </property>
  <property fmtid="{D5CDD505-2E9C-101B-9397-08002B2CF9AE}" pid="3" name="MSIP_Label_b63f6681-6027-45ac-a9c2-14713e76fe9d_SetDate">
    <vt:lpwstr>2023-11-01T10:53:06Z</vt:lpwstr>
  </property>
  <property fmtid="{D5CDD505-2E9C-101B-9397-08002B2CF9AE}" pid="4" name="MSIP_Label_b63f6681-6027-45ac-a9c2-14713e76fe9d_Method">
    <vt:lpwstr>Standard</vt:lpwstr>
  </property>
  <property fmtid="{D5CDD505-2E9C-101B-9397-08002B2CF9AE}" pid="5" name="MSIP_Label_b63f6681-6027-45ac-a9c2-14713e76fe9d_Name">
    <vt:lpwstr>Confidential</vt:lpwstr>
  </property>
  <property fmtid="{D5CDD505-2E9C-101B-9397-08002B2CF9AE}" pid="6" name="MSIP_Label_b63f6681-6027-45ac-a9c2-14713e76fe9d_SiteId">
    <vt:lpwstr>f28e5d44-45ee-477d-953a-728a7c537813</vt:lpwstr>
  </property>
  <property fmtid="{D5CDD505-2E9C-101B-9397-08002B2CF9AE}" pid="7" name="MSIP_Label_b63f6681-6027-45ac-a9c2-14713e76fe9d_ActionId">
    <vt:lpwstr>b30bce34-0e54-4305-ac43-fb27eba94ed1</vt:lpwstr>
  </property>
  <property fmtid="{D5CDD505-2E9C-101B-9397-08002B2CF9AE}" pid="8" name="MSIP_Label_b63f6681-6027-45ac-a9c2-14713e76fe9d_ContentBits">
    <vt:lpwstr>0</vt:lpwstr>
  </property>
</Properties>
</file>