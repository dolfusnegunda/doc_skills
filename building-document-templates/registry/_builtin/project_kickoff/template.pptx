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project_name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PROJECT KICKOFF · {{ kickoff_date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project_tagline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presenter_line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agenda_items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Definition of victory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dov_intro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dov_points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Project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deliverables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Meet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team_members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Project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approach_note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800">
                <a:solidFill>
                  <a:srgbClr val="0F172A"/>
                </a:solidFill>
                <a:latin typeface="Segoe UI"/>
              </a:rPr>
              <a:t>{{ milestones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How we stay in sync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comms_plan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tracking_items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closing_note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