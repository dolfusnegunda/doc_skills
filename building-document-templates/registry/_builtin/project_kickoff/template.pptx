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11680"/>
            <a:ext cx="10545775" cy="1737360"/>
          </a:xfrm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{{ project_name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Segoe UI"/>
              </a:rPr>
              <a:t>PROJECT KICKOFF · {{ kickoff_date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54617A"/>
                </a:solidFill>
                <a:latin typeface="Segoe UI"/>
              </a:rPr>
              <a:t>{{ project_tagline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4617A"/>
                </a:solidFill>
                <a:latin typeface="Segoe UI"/>
              </a:rPr>
              <a:t>{{ presenter_line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agenda_items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Definition of victory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dov_intro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dov_points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deliverables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Meet 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team_members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Project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4617A"/>
                </a:solidFill>
                <a:latin typeface="Segoe UI"/>
              </a:rPr>
              <a:t>{{ approach_note 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4577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800">
                <a:solidFill>
                  <a:srgbClr val="0F172A"/>
                </a:solidFill>
                <a:latin typeface="Segoe UI"/>
              </a:rPr>
              <a:t>{{ milestones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How we stay in 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comms_plan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468880"/>
            <a:ext cx="4998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</a:rPr>
              <a:t>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971800"/>
            <a:ext cx="499856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700">
                <a:solidFill>
                  <a:srgbClr val="0F172A"/>
                </a:solidFill>
                <a:latin typeface="Segoe UI"/>
              </a:rPr>
              <a:t>{{ tracking_items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51560"/>
            <a:ext cx="10545775" cy="118872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{{ topic_heading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22960"/>
            <a:ext cx="822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2000">
                <a:solidFill>
                  <a:srgbClr val="0F172A"/>
                </a:solidFill>
                <a:latin typeface="Segoe UI"/>
              </a:rPr>
              <a:t>{{ topic_points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83080"/>
            <a:ext cx="10545775" cy="1554480"/>
          </a:xfrm>
        </p:spPr>
        <p:txBody>
          <a:bodyPr wrap="square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{{ closing_note }}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891B2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sz="1900">
                <a:solidFill>
                  <a:srgbClr val="F5F7FA"/>
                </a:solidFill>
                <a:latin typeface="Segoe UI"/>
              </a:rPr>
              <a:t>{{ next_steps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