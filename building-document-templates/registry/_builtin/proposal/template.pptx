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11680"/>
            <a:ext cx="10545775" cy="1737360"/>
          </a:xfrm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F172A"/>
                </a:solidFill>
                <a:latin typeface="Segoe UI"/>
              </a:rPr>
              <a:t>{{ proposal_title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Segoe UI"/>
              </a:rPr>
              <a:t>PROPOSAL · {{ proposal_date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54617A"/>
                </a:solidFill>
                <a:latin typeface="Segoe UI"/>
              </a:rPr>
              <a:t>Prepared for {{ client_name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4617A"/>
                </a:solidFill>
                <a:latin typeface="Segoe UI"/>
              </a:rPr>
              <a:t>{{ author_line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Context and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4617A"/>
                </a:solidFill>
                <a:latin typeface="Segoe UI"/>
              </a:rPr>
              <a:t>{{ problem_statement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4577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pain_points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4617A"/>
                </a:solidFill>
                <a:latin typeface="Segoe UI"/>
              </a:rPr>
              <a:t>{{ approach_summary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4577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approach_steps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Scope and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scope_items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team_members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Timeline and investment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4617A"/>
                </a:solidFill>
                <a:latin typeface="Segoe UI"/>
              </a:rPr>
              <a:t>{{ investment_summary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4577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800">
                <a:solidFill>
                  <a:srgbClr val="0F172A"/>
                </a:solidFill>
                <a:latin typeface="Segoe UI"/>
              </a:rPr>
              <a:t>{{ investment_lines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topic_heading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topic_points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783080"/>
            <a:ext cx="10545775" cy="155448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{{ value_statement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891B2"/>
                </a:solidFill>
                <a:latin typeface="Segoe UI"/>
              </a:rPr>
              <a:t>WHY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900">
                <a:solidFill>
                  <a:srgbClr val="F5F7FA"/>
                </a:solidFill>
                <a:latin typeface="Segoe UI"/>
              </a:rPr>
              <a:t>{{ value_points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