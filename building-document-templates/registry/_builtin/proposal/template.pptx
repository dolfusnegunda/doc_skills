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011680"/>
            <a:ext cx="10545775" cy="1737360"/>
          </a:xfrm>
        </p:spPr>
        <p:txBody>
          <a:bodyPr wrap="square"/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0F172A"/>
                </a:solidFill>
                <a:latin typeface="Segoe UI"/>
              </a:rPr>
              <a:t>{{ proposal_title }}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4577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Segoe UI"/>
              </a:rPr>
              <a:t>PROPOSAL · {{ proposal_date 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54617A"/>
                </a:solidFill>
                <a:latin typeface="Segoe UI"/>
              </a:rPr>
              <a:t>Prepared for {{ client_name 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80644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4617A"/>
                </a:solidFill>
                <a:latin typeface="Segoe UI"/>
              </a:rPr>
              <a:t>{{ author_line 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Context and challenge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4617A"/>
                </a:solidFill>
                <a:latin typeface="Segoe UI"/>
              </a:rPr>
              <a:t>{{ problem_statement 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45775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buFont typeface="Arial" pitchFamily="34" charset="0"/>
              <a:buChar char="•"/>
            </a:pPr>
            <a:r>
              <a:rPr sz="2000">
                <a:solidFill>
                  <a:srgbClr val="0F172A"/>
                </a:solidFill>
                <a:latin typeface="Segoe UI"/>
              </a:rPr>
              <a:t>{{ pain_points 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Our approach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4617A"/>
                </a:solidFill>
                <a:latin typeface="Segoe UI"/>
              </a:rPr>
              <a:t>{{ approach_summary 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45775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buFont typeface="Arial" pitchFamily="34" charset="0"/>
              <a:buChar char="•"/>
            </a:pPr>
            <a:r>
              <a:rPr sz="2000">
                <a:solidFill>
                  <a:srgbClr val="0F172A"/>
                </a:solidFill>
                <a:latin typeface="Segoe UI"/>
              </a:rPr>
              <a:t>{{ approach_steps }}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Scope and deliverables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4577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buFont typeface="Arial" pitchFamily="34" charset="0"/>
              <a:buChar char="•"/>
            </a:pPr>
            <a:r>
              <a:rPr sz="2000">
                <a:solidFill>
                  <a:srgbClr val="0F172A"/>
                </a:solidFill>
                <a:latin typeface="Segoe UI"/>
              </a:rPr>
              <a:t>{{ scope_items 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The team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4577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buFont typeface="Arial" pitchFamily="34" charset="0"/>
              <a:buChar char="•"/>
            </a:pPr>
            <a:r>
              <a:rPr sz="2000">
                <a:solidFill>
                  <a:srgbClr val="0F172A"/>
                </a:solidFill>
                <a:latin typeface="Segoe UI"/>
              </a:rPr>
              <a:t>{{ team_members }}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Timeline and investment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4617A"/>
                </a:solidFill>
                <a:latin typeface="Segoe UI"/>
              </a:rPr>
              <a:t>{{ investment_summary }}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45775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buFont typeface="Arial" pitchFamily="34" charset="0"/>
              <a:buChar char="•"/>
            </a:pPr>
            <a:r>
              <a:rPr sz="1800">
                <a:solidFill>
                  <a:srgbClr val="0F172A"/>
                </a:solidFill>
                <a:latin typeface="Segoe UI"/>
              </a:rPr>
              <a:t>{{ investment_lines 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45775" cy="118872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0F172A"/>
                </a:solidFill>
                <a:latin typeface="Segoe UI"/>
              </a:rPr>
              <a:t>{{ topic_heading }}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822960"/>
            <a:ext cx="822960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45775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buFont typeface="Arial" pitchFamily="34" charset="0"/>
              <a:buChar char="•"/>
            </a:pPr>
            <a:r>
              <a:rPr sz="2000">
                <a:solidFill>
                  <a:srgbClr val="0F172A"/>
                </a:solidFill>
                <a:latin typeface="Segoe UI"/>
              </a:rPr>
              <a:t>{{ topic_points }}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783080"/>
            <a:ext cx="10545775" cy="1554480"/>
          </a:xfrm>
        </p:spPr>
        <p:txBody>
          <a:bodyPr wrap="square"/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Segoe UI"/>
              </a:rPr>
              <a:t>{{ value_statement }}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54577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891B2"/>
                </a:solidFill>
                <a:latin typeface="Segoe UI"/>
              </a:rPr>
              <a:t>WHY 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661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  <a:buFont typeface="Arial" pitchFamily="34" charset="0"/>
              <a:buChar char="•"/>
            </a:pPr>
            <a:r>
              <a:rPr sz="1900">
                <a:solidFill>
                  <a:srgbClr val="F5F7FA"/>
                </a:solidFill>
                <a:latin typeface="Segoe UI"/>
              </a:rPr>
              <a:t>{{ value_points 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