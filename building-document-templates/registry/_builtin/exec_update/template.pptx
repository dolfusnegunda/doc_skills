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report_title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{{ report_eyebrow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{{ report_subtitle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kpi_heading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kpi1_label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kpi1_value 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kpi1_delta }}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7983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56583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kpi2_label }}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56583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kpi2_value }}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56583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kpi2_delta }}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kpi3_label }}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kpi3_value }}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1607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kpi3_delta }}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38031" y="2651760"/>
            <a:ext cx="2430703" cy="237744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66631" y="2926080"/>
            <a:ext cx="197350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54617A"/>
                </a:solidFill>
                <a:latin typeface="Segoe UI"/>
              </a:rPr>
              <a:t>{{ kpi4_label }}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66631" y="3429000"/>
            <a:ext cx="1973503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Segoe UI"/>
              </a:rPr>
              <a:t>{{ kpi4_value }}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66631" y="4389120"/>
            <a:ext cx="197350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2563EB"/>
                </a:solidFill>
                <a:latin typeface="Segoe UI"/>
              </a:rPr>
              <a:t>{{ kpi4_delta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3749039"/>
            <a:ext cx="10545775" cy="10972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800" b="1">
                <a:solidFill>
                  <a:srgbClr val="FFFFFF"/>
                </a:solidFill>
                <a:latin typeface="Segoe UI"/>
              </a:rPr>
              <a:t>{{ section_heading }}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7432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0891B2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F5F7FA"/>
                </a:solidFill>
                <a:latin typeface="Segoe UI"/>
              </a:rPr>
              <a:t>{{ section_note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evidence_heading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331720"/>
            <a:ext cx="10545775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85216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4617A"/>
                </a:solidFill>
                <a:latin typeface="Segoe UI"/>
              </a:rPr>
              <a:t>{{ evidence_caption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highlights_heading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highlights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risks_heading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RISKS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risks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2468880"/>
            <a:ext cx="499856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563EB"/>
                </a:solidFill>
                <a:latin typeface="Segoe UI"/>
              </a:rPr>
              <a:t>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70167" y="2971800"/>
            <a:ext cx="4998567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700">
                <a:solidFill>
                  <a:srgbClr val="0F172A"/>
                </a:solidFill>
                <a:latin typeface="Segoe UI"/>
              </a:rPr>
              <a:t>{{ mitigations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closing_statement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DECISIONS REQUESTED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next_steps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