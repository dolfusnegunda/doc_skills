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{{ report_eyebrow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kpi_heading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kpi1_label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kpi1_value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kpi1_delta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7983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6583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kpi2_label 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6583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kpi2_value 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6583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kpi2_delta 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kpi3_label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kpi3_value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kpi3_delta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8031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6631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kpi4_label 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31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kpi4_value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6631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kpi4_delta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section_heading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section_note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topic_heading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topic_points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risks_heading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risks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mitigations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DECISIONS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