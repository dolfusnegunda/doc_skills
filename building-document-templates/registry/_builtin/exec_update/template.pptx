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report_title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{{ report_eyebrow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report_subtitle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kpi_heading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kpi1_label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kpi1_value 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kpi1_delta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7983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6583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kpi2_label 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6583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kpi2_value 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6583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kpi2_delta 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kpi3_label 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kpi3_value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kpi3_delta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8031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6631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kpi4_label 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31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kpi4_value 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6631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kpi4_delta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749039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{{ section_heading 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891B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Segoe UI"/>
              </a:rPr>
              <a:t>{{ section_note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evidence_heading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0545775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4617A"/>
                </a:solidFill>
                <a:latin typeface="Segoe UI"/>
              </a:rPr>
              <a:t>{{ evidence_caption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topic_heading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topic_points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risks_heading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risks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mitigations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closing_statement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DECISIONS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