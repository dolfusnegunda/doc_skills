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737360"/>
          </a:xfrm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{{ report_title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Segoe UI"/>
              </a:rPr>
              <a:t>{{ report_eyebrow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4617A"/>
                </a:solidFill>
                <a:latin typeface="Segoe UI"/>
              </a:rPr>
              <a:t>{{ report_subtitle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4617A"/>
                </a:solidFill>
                <a:latin typeface="Segoe UI"/>
              </a:rPr>
              <a:t>{{ author_line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kpi_heading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2430703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19735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4617A"/>
                </a:solidFill>
                <a:latin typeface="Segoe UI"/>
              </a:rPr>
              <a:t>{{ kpi1_label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197350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Segoe UI"/>
              </a:rPr>
              <a:t>{{ kpi1_value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389120"/>
            <a:ext cx="19735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563EB"/>
                </a:solidFill>
                <a:latin typeface="Segoe UI"/>
              </a:rPr>
              <a:t>{{ kpi1_delta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7983" y="2651760"/>
            <a:ext cx="2430703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6583" y="2926080"/>
            <a:ext cx="19735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4617A"/>
                </a:solidFill>
                <a:latin typeface="Segoe UI"/>
              </a:rPr>
              <a:t>{{ kpi2_label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6583" y="3429000"/>
            <a:ext cx="197350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Segoe UI"/>
              </a:rPr>
              <a:t>{{ kpi2_value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6583" y="4389120"/>
            <a:ext cx="19735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563EB"/>
                </a:solidFill>
                <a:latin typeface="Segoe UI"/>
              </a:rPr>
              <a:t>{{ kpi2_delta 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651760"/>
            <a:ext cx="2430703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926080"/>
            <a:ext cx="19735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4617A"/>
                </a:solidFill>
                <a:latin typeface="Segoe UI"/>
              </a:rPr>
              <a:t>{{ kpi3_label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3429000"/>
            <a:ext cx="197350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Segoe UI"/>
              </a:rPr>
              <a:t>{{ kpi3_value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4389120"/>
            <a:ext cx="19735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563EB"/>
                </a:solidFill>
                <a:latin typeface="Segoe UI"/>
              </a:rPr>
              <a:t>{{ kpi3_delta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8031" y="2651760"/>
            <a:ext cx="2430703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6631" y="2926080"/>
            <a:ext cx="19735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4617A"/>
                </a:solidFill>
                <a:latin typeface="Segoe UI"/>
              </a:rPr>
              <a:t>{{ kpi4_label 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6631" y="3429000"/>
            <a:ext cx="197350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Segoe UI"/>
              </a:rPr>
              <a:t>{{ kpi4_value 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631" y="4389120"/>
            <a:ext cx="19735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563EB"/>
                </a:solidFill>
                <a:latin typeface="Segoe UI"/>
              </a:rPr>
              <a:t>{{ kpi4_delta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749039"/>
            <a:ext cx="10545775" cy="10972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{{ section_heading 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891B2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Segoe UI"/>
              </a:rPr>
              <a:t>{{ section_note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evidence_heading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0545775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4617A"/>
                </a:solidFill>
                <a:latin typeface="Segoe UI"/>
              </a:rPr>
              <a:t>{{ evidence_caption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topic_heading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topic_points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risks_heading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4998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499856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700">
                <a:solidFill>
                  <a:srgbClr val="0F172A"/>
                </a:solidFill>
                <a:latin typeface="Segoe UI"/>
              </a:rPr>
              <a:t>{{ risks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2468880"/>
            <a:ext cx="4998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971800"/>
            <a:ext cx="499856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700">
                <a:solidFill>
                  <a:srgbClr val="0F172A"/>
                </a:solidFill>
                <a:latin typeface="Segoe UI"/>
              </a:rPr>
              <a:t>{{ mitigations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783080"/>
            <a:ext cx="10545775" cy="15544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{{ closing_statement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891B2"/>
                </a:solidFill>
                <a:latin typeface="Segoe UI"/>
              </a:rPr>
              <a:t>DECISIONS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900">
                <a:solidFill>
                  <a:srgbClr val="F5F7FA"/>
                </a:solidFill>
                <a:latin typeface="Segoe UI"/>
              </a:rPr>
              <a:t>{{ next_steps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