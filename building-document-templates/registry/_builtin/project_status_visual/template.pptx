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4.svg" ContentType="image/svg+xml"/>
  <Override PartName="/ppt/media/image7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29.xml" ContentType="application/vnd.openxmlformats-officedocument.presentationml.slide+xml"/>
  <Override PartName="/ppt/slides/slide137.xml" ContentType="application/vnd.openxmlformats-officedocument.presentationml.slide+xml"/>
  <Override PartName="/ppt/slides/slide2.xml" ContentType="application/vnd.openxmlformats-officedocument.presentationml.slide+xml"/>
  <Override PartName="/ppt/slides/slide51.xml" ContentType="application/vnd.openxmlformats-officedocument.presentationml.slide+xml"/>
  <Override PartName="/ppt/slides/slide78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  <p:sldMasterId id="2147483954" r:id="rId6"/>
    <p:sldMasterId id="2147483915" r:id="rId7"/>
    <p:sldMasterId id="2147483977" r:id="rId8"/>
    <p:sldMasterId id="2147483911" r:id="rId9"/>
  </p:sldMasterIdLst>
  <p:notesMasterIdLst>
    <p:notesMasterId r:id="rId157"/>
  </p:notesMasterIdLst>
  <p:handoutMasterIdLst>
    <p:handoutMasterId r:id="rId158"/>
  </p:handoutMasterIdLst>
  <p:sldIdLst>
    <p:sldId id="4340" r:id="rId11"/>
    <p:sldId id="4278" r:id="rId99"/>
    <p:sldId id="4267" r:id="rId87"/>
    <p:sldId id="4313" r:id="rId138"/>
    <p:sldId id="4323" r:id="rId60"/>
    <p:sldId id="4338" r:id="rId146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 of Templates" id="{9554B1B4-C7CA-C74F-8861-BF2A34BB2D4F}">
          <p14:sldIdLst>
            <p14:sldId id="4342"/>
            <p14:sldId id="4340"/>
            <p14:sldId id="4343"/>
          </p14:sldIdLst>
        </p14:section>
        <p14:section name="Agenda/Next Steps" id="{2D5FD0DA-43EC-44C5-BD21-5BED051E8F80}">
          <p14:sldIdLst>
            <p14:sldId id="4200"/>
            <p14:sldId id="4201"/>
            <p14:sldId id="4202"/>
            <p14:sldId id="4203"/>
            <p14:sldId id="4204"/>
            <p14:sldId id="4205"/>
            <p14:sldId id="4206"/>
            <p14:sldId id="4207"/>
            <p14:sldId id="4208"/>
            <p14:sldId id="4209"/>
            <p14:sldId id="4210"/>
            <p14:sldId id="4319"/>
            <p14:sldId id="4211"/>
            <p14:sldId id="4212"/>
            <p14:sldId id="4213"/>
            <p14:sldId id="4225"/>
            <p14:sldId id="4321"/>
            <p14:sldId id="4214"/>
            <p14:sldId id="4215"/>
          </p14:sldIdLst>
        </p14:section>
        <p14:section name="Team Slides" id="{CF1E1CFD-7726-44A2-B1F2-3A336EA31D75}">
          <p14:sldIdLst>
            <p14:sldId id="4216"/>
            <p14:sldId id="4217"/>
            <p14:sldId id="4218"/>
            <p14:sldId id="4219"/>
            <p14:sldId id="4222"/>
            <p14:sldId id="4223"/>
            <p14:sldId id="4220"/>
            <p14:sldId id="4221"/>
          </p14:sldIdLst>
        </p14:section>
        <p14:section name="Problem Slides" id="{C52B8A4D-807B-4438-9D7A-2CF546DC05C5}">
          <p14:sldIdLst>
            <p14:sldId id="4246"/>
            <p14:sldId id="4247"/>
            <p14:sldId id="4248"/>
            <p14:sldId id="4249"/>
            <p14:sldId id="4250"/>
            <p14:sldId id="4251"/>
            <p14:sldId id="4252"/>
          </p14:sldIdLst>
        </p14:section>
        <p14:section name="Solution | Objective Slides" id="{CE5B4AF9-4906-415A-87D8-D7D206631E98}">
          <p14:sldIdLst>
            <p14:sldId id="4253"/>
            <p14:sldId id="4254"/>
            <p14:sldId id="4320"/>
            <p14:sldId id="4255"/>
            <p14:sldId id="4256"/>
            <p14:sldId id="4257"/>
            <p14:sldId id="4258"/>
            <p14:sldId id="4259"/>
            <p14:sldId id="4260"/>
            <p14:sldId id="4332"/>
          </p14:sldIdLst>
        </p14:section>
        <p14:section name="General Content" id="{785B3DD6-DF8D-419D-A054-C74EFC1580AF}">
          <p14:sldIdLst>
            <p14:sldId id="4224"/>
            <p14:sldId id="4322"/>
            <p14:sldId id="4226"/>
            <p14:sldId id="4323"/>
            <p14:sldId id="4227"/>
            <p14:sldId id="4324"/>
            <p14:sldId id="4228"/>
            <p14:sldId id="4229"/>
            <p14:sldId id="4230"/>
            <p14:sldId id="4231"/>
            <p14:sldId id="4232"/>
            <p14:sldId id="4233"/>
            <p14:sldId id="4234"/>
            <p14:sldId id="4235"/>
            <p14:sldId id="4236"/>
            <p14:sldId id="4237"/>
            <p14:sldId id="4238"/>
            <p14:sldId id="4239"/>
            <p14:sldId id="4240"/>
            <p14:sldId id="4241"/>
            <p14:sldId id="4242"/>
            <p14:sldId id="4243"/>
            <p14:sldId id="4244"/>
            <p14:sldId id="4245"/>
          </p14:sldIdLst>
        </p14:section>
        <p14:section name="Insight Slides" id="{FBCD03F6-5A9C-435D-86B1-6C278845070B}">
          <p14:sldIdLst>
            <p14:sldId id="4261"/>
            <p14:sldId id="4262"/>
            <p14:sldId id="4263"/>
            <p14:sldId id="4264"/>
            <p14:sldId id="4265"/>
            <p14:sldId id="4266"/>
            <p14:sldId id="4267"/>
            <p14:sldId id="4325"/>
            <p14:sldId id="4268"/>
            <p14:sldId id="4326"/>
          </p14:sldIdLst>
        </p14:section>
        <p14:section name="Approach | Roadmap Slides" id="{75B37634-ADF2-4546-A059-FF40D334DD1A}">
          <p14:sldIdLst>
            <p14:sldId id="4271"/>
            <p14:sldId id="4270"/>
            <p14:sldId id="4272"/>
            <p14:sldId id="4273"/>
            <p14:sldId id="4274"/>
            <p14:sldId id="4275"/>
            <p14:sldId id="4276"/>
            <p14:sldId id="4277"/>
            <p14:sldId id="4278"/>
            <p14:sldId id="4279"/>
            <p14:sldId id="4280"/>
            <p14:sldId id="4281"/>
            <p14:sldId id="4282"/>
            <p14:sldId id="4283"/>
            <p14:sldId id="4284"/>
            <p14:sldId id="4285"/>
            <p14:sldId id="4286"/>
            <p14:sldId id="4287"/>
            <p14:sldId id="4288"/>
            <p14:sldId id="4289"/>
            <p14:sldId id="4290"/>
            <p14:sldId id="4291"/>
            <p14:sldId id="4292"/>
            <p14:sldId id="4293"/>
            <p14:sldId id="4294"/>
            <p14:sldId id="4295"/>
            <p14:sldId id="4296"/>
            <p14:sldId id="4297"/>
            <p14:sldId id="4298"/>
            <p14:sldId id="4299"/>
            <p14:sldId id="4300"/>
            <p14:sldId id="4334"/>
            <p14:sldId id="4301"/>
            <p14:sldId id="4333"/>
            <p14:sldId id="4330"/>
            <p14:sldId id="4302"/>
            <p14:sldId id="4303"/>
            <p14:sldId id="4304"/>
            <p14:sldId id="4306"/>
            <p14:sldId id="4335"/>
            <p14:sldId id="4305"/>
            <p14:sldId id="4307"/>
            <p14:sldId id="4336"/>
            <p14:sldId id="4308"/>
            <p14:sldId id="4309"/>
            <p14:sldId id="4310"/>
          </p14:sldIdLst>
        </p14:section>
        <p14:section name="Comparison Slides" id="{0356D0E2-34A1-4E08-824E-5E7AFF3DC2C5}">
          <p14:sldIdLst>
            <p14:sldId id="4312"/>
            <p14:sldId id="4313"/>
            <p14:sldId id="4314"/>
            <p14:sldId id="4315"/>
            <p14:sldId id="4316"/>
            <p14:sldId id="4317"/>
            <p14:sldId id="4318"/>
            <p14:sldId id="4331"/>
            <p14:sldId id="4337"/>
            <p14:sldId id="4338"/>
          </p14:sldIdLst>
        </p14:section>
        <p14:section name="Regional Slides" id="{914D7C30-4E9C-4BE7-B628-865275FD3E50}">
          <p14:sldIdLst>
            <p14:sldId id="4176"/>
            <p14:sldId id="4177"/>
            <p14:sldId id="4178"/>
            <p14:sldId id="4179"/>
            <p14:sldId id="4180"/>
            <p14:sldId id="4183"/>
            <p14:sldId id="4186"/>
            <p14:sldId id="4198"/>
            <p14:sldId id="4189"/>
            <p14:sldId id="41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2" pos="2903" userDrawn="1">
          <p15:clr>
            <a:srgbClr val="A4A3A4"/>
          </p15:clr>
        </p15:guide>
        <p15:guide id="3" orient="horz" pos="985" userDrawn="1">
          <p15:clr>
            <a:srgbClr val="A4A3A4"/>
          </p15:clr>
        </p15:guide>
        <p15:guide id="4" orient="horz" pos="5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042"/>
    <a:srgbClr val="F0F0F0"/>
    <a:srgbClr val="8C9EC0"/>
    <a:srgbClr val="4E67C8"/>
    <a:srgbClr val="FCFCFC"/>
    <a:srgbClr val="5ABFC1"/>
    <a:srgbClr val="0F6889"/>
    <a:srgbClr val="D6D6D6"/>
    <a:srgbClr val="3A989A"/>
    <a:srgbClr val="5A8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1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62"/>
      </p:cViewPr>
      <p:guideLst>
        <p:guide orient="horz" pos="3026"/>
        <p:guide pos="2903"/>
        <p:guide orient="horz" pos="985"/>
        <p:guide orient="horz" pos="5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1" Type="http://schemas.openxmlformats.org/officeDocument/2006/relationships/slide" Target="slides/slide2.xml"/><Relationship Id="rId60" Type="http://schemas.openxmlformats.org/officeDocument/2006/relationships/slide" Target="slides/slide51.xml"/><Relationship Id="rId87" Type="http://schemas.openxmlformats.org/officeDocument/2006/relationships/slide" Target="slides/slide78.xml"/><Relationship Id="rId99" Type="http://schemas.openxmlformats.org/officeDocument/2006/relationships/slide" Target="slides/slide90.xml"/><Relationship Id="rId138" Type="http://schemas.openxmlformats.org/officeDocument/2006/relationships/slide" Target="slides/slide129.xml"/><Relationship Id="rId146" Type="http://schemas.openxmlformats.org/officeDocument/2006/relationships/slide" Target="slides/slide137.xml"/><Relationship Id="rId157" Type="http://schemas.openxmlformats.org/officeDocument/2006/relationships/notesMaster" Target="notesMasters/notesMaster1.xml"/><Relationship Id="rId158" Type="http://schemas.openxmlformats.org/officeDocument/2006/relationships/handoutMaster" Target="handoutMasters/handout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3543C3-9724-C480-AC59-B258987509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83F85-C0DC-BADA-9B3B-ECFCE0B70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708F-F928-44AA-9E39-1CE5E6A29F2F}" type="datetimeFigureOut">
              <a:rPr lang="en-ZA" smtClean="0"/>
              <a:t>2024/11/13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2E257-7195-6A8E-85E9-C48F5AD426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EBDCC-6173-8516-2DF1-2FAC914FA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4EB0-C377-4C06-81F2-16EBF9E3B7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047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D2789-A930-6040-B61A-9605A076CE6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2BC6D-189C-F049-B140-9C4F18CB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3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image" Target="../media/image73.png"/><Relationship Id="rId5" Type="http://schemas.openxmlformats.org/officeDocument/2006/relationships/image" Target="../media/image74.sv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3BBCF-EBC0-4EAD-82A2-8053847B28D0}"/>
              </a:ext>
            </a:extLst>
          </p:cNvPr>
          <p:cNvSpPr/>
          <p:nvPr userDrawn="1"/>
        </p:nvSpPr>
        <p:spPr>
          <a:xfrm>
            <a:off x="7797600" y="4579200"/>
            <a:ext cx="1296000" cy="5642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1" name="Picture 10" descr="Mobile device with apps">
            <a:extLst>
              <a:ext uri="{FF2B5EF4-FFF2-40B4-BE49-F238E27FC236}">
                <a16:creationId xmlns:a16="http://schemas.microsoft.com/office/drawing/2014/main" id="{6C2334B3-C1F1-4C0C-22A0-E8BA28640F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A54F74-FF37-DECC-5D70-8F8752EDD69F}"/>
              </a:ext>
            </a:extLst>
          </p:cNvPr>
          <p:cNvSpPr/>
          <p:nvPr userDrawn="1"/>
        </p:nvSpPr>
        <p:spPr>
          <a:xfrm>
            <a:off x="339090" y="1082040"/>
            <a:ext cx="8465820" cy="3642360"/>
          </a:xfrm>
          <a:prstGeom prst="rect">
            <a:avLst/>
          </a:prstGeom>
          <a:solidFill>
            <a:srgbClr val="FCFCF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523DF-39EE-E2D6-BEE2-7474F8967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5179" y="2938312"/>
            <a:ext cx="5296549" cy="369516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FAF5F6-C49A-CECC-77E6-79DAED59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5179" y="2109377"/>
            <a:ext cx="5296549" cy="744404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3495F66-2B95-9B74-0F06-AEB0B33F5D4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521944" y="3392359"/>
            <a:ext cx="1119785" cy="169277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9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CC2F9-F8E8-56BA-14D5-27B540DB011F}"/>
              </a:ext>
            </a:extLst>
          </p:cNvPr>
          <p:cNvSpPr/>
          <p:nvPr userDrawn="1"/>
        </p:nvSpPr>
        <p:spPr>
          <a:xfrm>
            <a:off x="172719" y="2406064"/>
            <a:ext cx="453701" cy="331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66C08-DA71-9606-8BDE-D3BC60F68F29}"/>
              </a:ext>
            </a:extLst>
          </p:cNvPr>
          <p:cNvSpPr/>
          <p:nvPr userDrawn="1"/>
        </p:nvSpPr>
        <p:spPr>
          <a:xfrm>
            <a:off x="172718" y="2737537"/>
            <a:ext cx="453701" cy="3313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A55014-37B2-1BDC-3809-A9542B1493C7}"/>
              </a:ext>
            </a:extLst>
          </p:cNvPr>
          <p:cNvSpPr/>
          <p:nvPr userDrawn="1"/>
        </p:nvSpPr>
        <p:spPr>
          <a:xfrm>
            <a:off x="172718" y="3060994"/>
            <a:ext cx="453701" cy="3313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296E0-A42F-99D6-2106-A1FEAEC1BB5B}"/>
              </a:ext>
            </a:extLst>
          </p:cNvPr>
          <p:cNvSpPr txBox="1"/>
          <p:nvPr userDrawn="1"/>
        </p:nvSpPr>
        <p:spPr>
          <a:xfrm>
            <a:off x="0" y="4958830"/>
            <a:ext cx="5280127" cy="18466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solidFill>
                  <a:schemeClr val="bg1"/>
                </a:solidFill>
                <a:latin typeface="Arial Nova" panose="020B0504020202020204" pitchFamily="34" charset="0"/>
              </a:rPr>
              <a:t>© </a:t>
            </a:r>
            <a:r>
              <a:rPr lang="en-ZA" sz="600">
                <a:solidFill>
                  <a:schemeClr val="bg1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  <a:endParaRPr lang="en-US" sz="600" b="0" i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A0CD64-0AFE-8B43-4003-B08E7BC9A4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9518" r="16809"/>
          <a:stretch/>
        </p:blipFill>
        <p:spPr>
          <a:xfrm>
            <a:off x="172719" y="78394"/>
            <a:ext cx="2262587" cy="1106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864BFB-1617-F801-2B58-C96839D212C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30385" y="871453"/>
            <a:ext cx="3074525" cy="12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0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76E695D-4F99-C146-BF79-FFE528B4809C}"/>
              </a:ext>
            </a:extLst>
          </p:cNvPr>
          <p:cNvGrpSpPr/>
          <p:nvPr userDrawn="1"/>
        </p:nvGrpSpPr>
        <p:grpSpPr>
          <a:xfrm flipV="1">
            <a:off x="0" y="4286970"/>
            <a:ext cx="9144000" cy="141623"/>
            <a:chOff x="520454" y="1050704"/>
            <a:chExt cx="4054940" cy="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58183E-5C47-D298-646D-CB93ACA21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0454" y="1050704"/>
              <a:ext cx="1357460" cy="0"/>
            </a:xfrm>
            <a:prstGeom prst="line">
              <a:avLst/>
            </a:prstGeom>
            <a:ln w="38100">
              <a:solidFill>
                <a:srgbClr val="C726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EA0A87-0449-055D-E76B-A661A896B095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22" y="1050704"/>
              <a:ext cx="1357460" cy="0"/>
            </a:xfrm>
            <a:prstGeom prst="line">
              <a:avLst/>
            </a:prstGeom>
            <a:ln w="38100">
              <a:solidFill>
                <a:srgbClr val="0163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D460E2-5D46-0336-41F2-9BE4D7156901}"/>
                </a:ext>
              </a:extLst>
            </p:cNvPr>
            <p:cNvCxnSpPr>
              <a:cxnSpLocks/>
            </p:cNvCxnSpPr>
            <p:nvPr/>
          </p:nvCxnSpPr>
          <p:spPr>
            <a:xfrm>
              <a:off x="3217934" y="1050704"/>
              <a:ext cx="1357460" cy="0"/>
            </a:xfrm>
            <a:prstGeom prst="line">
              <a:avLst/>
            </a:prstGeom>
            <a:ln w="38100">
              <a:solidFill>
                <a:srgbClr val="039A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C49D9D4-B55A-CD82-D145-55AFC555EED1}"/>
              </a:ext>
            </a:extLst>
          </p:cNvPr>
          <p:cNvSpPr txBox="1"/>
          <p:nvPr userDrawn="1"/>
        </p:nvSpPr>
        <p:spPr>
          <a:xfrm>
            <a:off x="-75491" y="4886274"/>
            <a:ext cx="528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latin typeface="Arial Nova" panose="020B0504020202020204" pitchFamily="34" charset="0"/>
              </a:rPr>
              <a:t>© </a:t>
            </a:r>
            <a:r>
              <a:rPr lang="en-ZA" sz="600"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</a:p>
          <a:p>
            <a:pPr algn="ctr"/>
            <a:endParaRPr lang="en-US" sz="600" b="0" i="0">
              <a:latin typeface="Arial Nova" panose="020B0504020202020204" pitchFamily="34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084D8DE-0F3C-3448-710F-257AF8666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332" y="2776923"/>
            <a:ext cx="2346446" cy="723007"/>
          </a:xfrm>
          <a:prstGeom prst="rect">
            <a:avLst/>
          </a:prstGeom>
        </p:spPr>
      </p:pic>
      <p:pic>
        <p:nvPicPr>
          <p:cNvPr id="3" name="Picture 2" descr="A close-up of letters&#10;&#10;Description automatically generated">
            <a:extLst>
              <a:ext uri="{FF2B5EF4-FFF2-40B4-BE49-F238E27FC236}">
                <a16:creationId xmlns:a16="http://schemas.microsoft.com/office/drawing/2014/main" id="{BACC714E-98BC-C805-4162-E1CC41C69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624" y="806875"/>
            <a:ext cx="4393170" cy="1509502"/>
          </a:xfrm>
          <a:prstGeom prst="rect">
            <a:avLst/>
          </a:prstGeom>
        </p:spPr>
      </p:pic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82B7581-E571-347F-1E00-A7DD06380CEB}"/>
              </a:ext>
            </a:extLst>
          </p:cNvPr>
          <p:cNvSpPr txBox="1">
            <a:spLocks/>
          </p:cNvSpPr>
          <p:nvPr userDrawn="1"/>
        </p:nvSpPr>
        <p:spPr>
          <a:xfrm>
            <a:off x="588282" y="3625944"/>
            <a:ext cx="8053210" cy="268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>
                <a:solidFill>
                  <a:schemeClr val="tx1"/>
                </a:solidFill>
              </a:rPr>
              <a:t>Company address  |  Contact  |  Website</a:t>
            </a:r>
            <a:r>
              <a:rPr lang="en-GB" sz="1100">
                <a:solidFill>
                  <a:schemeClr val="accent5"/>
                </a:solidFill>
              </a:rPr>
              <a:t> |      </a:t>
            </a:r>
            <a:r>
              <a:rPr lang="en-GB" sz="1100">
                <a:solidFill>
                  <a:schemeClr val="tx1"/>
                </a:solidFill>
              </a:rPr>
              <a:t/>
            </a:r>
            <a:r>
              <a:rPr lang="en-GB" sz="1100">
                <a:solidFill>
                  <a:schemeClr val="accent5"/>
                </a:solidFill>
              </a:rPr>
              <a:t>|</a:t>
            </a:r>
            <a:r>
              <a:rPr lang="en-GB" sz="1100">
                <a:solidFill>
                  <a:schemeClr val="tx1"/>
                </a:solidFill>
              </a:rPr>
              <a:t/>
            </a:r>
          </a:p>
          <a:p>
            <a:endParaRPr lang="en-GB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361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86BCC7-E03C-BDD7-4C13-BD3E75284DAC}"/>
              </a:ext>
            </a:extLst>
          </p:cNvPr>
          <p:cNvSpPr/>
          <p:nvPr userDrawn="1"/>
        </p:nvSpPr>
        <p:spPr>
          <a:xfrm>
            <a:off x="5090160" y="1675803"/>
            <a:ext cx="4053840" cy="280475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9EB20FF-1B56-0C8A-C5C8-7777FF32B4C8}"/>
              </a:ext>
            </a:extLst>
          </p:cNvPr>
          <p:cNvSpPr/>
          <p:nvPr/>
        </p:nvSpPr>
        <p:spPr>
          <a:xfrm rot="5400000" flipH="1">
            <a:off x="1853676" y="-355076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A8000F8-4753-C2AF-76A4-96C43C3EC17F}"/>
              </a:ext>
            </a:extLst>
          </p:cNvPr>
          <p:cNvSpPr/>
          <p:nvPr/>
        </p:nvSpPr>
        <p:spPr>
          <a:xfrm rot="5400000" flipH="1">
            <a:off x="1853676" y="759909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BEA50D7-E8D1-408F-01FB-84710096952B}"/>
              </a:ext>
            </a:extLst>
          </p:cNvPr>
          <p:cNvSpPr/>
          <p:nvPr/>
        </p:nvSpPr>
        <p:spPr>
          <a:xfrm rot="5400000" flipH="1">
            <a:off x="1853676" y="1874895"/>
            <a:ext cx="1017048" cy="47244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D30BA4-B9A3-FEFB-9B2C-852797A7B433}"/>
              </a:ext>
            </a:extLst>
          </p:cNvPr>
          <p:cNvSpPr>
            <a:spLocks noGrp="1"/>
          </p:cNvSpPr>
          <p:nvPr userDrawn="1">
            <p:ph type="body" sz="half" idx="11"/>
          </p:nvPr>
        </p:nvSpPr>
        <p:spPr>
          <a:xfrm>
            <a:off x="758596" y="1613361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95041A6-DEF3-095F-4084-63110EC7293F}"/>
              </a:ext>
            </a:extLst>
          </p:cNvPr>
          <p:cNvSpPr>
            <a:spLocks noGrp="1"/>
          </p:cNvSpPr>
          <p:nvPr userDrawn="1">
            <p:ph type="body" sz="half" idx="12"/>
          </p:nvPr>
        </p:nvSpPr>
        <p:spPr>
          <a:xfrm>
            <a:off x="758596" y="2729962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959D158B-FA4E-BBED-2CC3-7D6A645701EA}"/>
              </a:ext>
            </a:extLst>
          </p:cNvPr>
          <p:cNvSpPr>
            <a:spLocks noGrp="1"/>
          </p:cNvSpPr>
          <p:nvPr userDrawn="1">
            <p:ph type="body" sz="half" idx="13"/>
          </p:nvPr>
        </p:nvSpPr>
        <p:spPr>
          <a:xfrm>
            <a:off x="758596" y="3828454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BFE77-3A3A-5137-9077-0B5914235376}"/>
              </a:ext>
            </a:extLst>
          </p:cNvPr>
          <p:cNvSpPr txBox="1"/>
          <p:nvPr userDrawn="1"/>
        </p:nvSpPr>
        <p:spPr>
          <a:xfrm>
            <a:off x="37236" y="1639602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1.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EEA52-3F61-CF1F-7B10-A24EE8E196F6}"/>
              </a:ext>
            </a:extLst>
          </p:cNvPr>
          <p:cNvSpPr txBox="1"/>
          <p:nvPr userDrawn="1"/>
        </p:nvSpPr>
        <p:spPr>
          <a:xfrm>
            <a:off x="37236" y="2752777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2.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80564E-88B8-F90B-40FB-1407C2722776}"/>
              </a:ext>
            </a:extLst>
          </p:cNvPr>
          <p:cNvSpPr txBox="1"/>
          <p:nvPr userDrawn="1"/>
        </p:nvSpPr>
        <p:spPr>
          <a:xfrm>
            <a:off x="37236" y="3851269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3.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D79A9045-A6D3-B399-CC14-C8BCC9DA95B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49C480-566E-C44C-89BC-F7DAE43A5745}"/>
              </a:ext>
            </a:extLst>
          </p:cNvPr>
          <p:cNvCxnSpPr>
            <a:cxnSpLocks/>
          </p:cNvCxnSpPr>
          <p:nvPr userDrawn="1"/>
        </p:nvCxnSpPr>
        <p:spPr>
          <a:xfrm>
            <a:off x="2961639" y="1029579"/>
            <a:ext cx="319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8333103-D328-8494-98FA-892012C9AA1B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0143" y="669014"/>
            <a:ext cx="7783713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067E52-6B57-915F-90A6-4D0F2B7D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43" y="247458"/>
            <a:ext cx="7783714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9899D64-075E-C491-30D5-75EFE08A1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98516" y="1836295"/>
            <a:ext cx="3813404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28667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24">
            <a:extLst>
              <a:ext uri="{FF2B5EF4-FFF2-40B4-BE49-F238E27FC236}">
                <a16:creationId xmlns:a16="http://schemas.microsoft.com/office/drawing/2014/main" id="{CACC8C30-4B7F-253F-019F-6F9D60979B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123526" y="1158910"/>
            <a:ext cx="4764087" cy="336073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8984CF-3F3C-C2C4-64C0-67BF384FC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36415F-7976-1C4D-68FF-4B0A2D779832}"/>
              </a:ext>
            </a:extLst>
          </p:cNvPr>
          <p:cNvSpPr/>
          <p:nvPr userDrawn="1"/>
        </p:nvSpPr>
        <p:spPr>
          <a:xfrm>
            <a:off x="158799" y="1640837"/>
            <a:ext cx="3732481" cy="720000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E9B2232-1A53-DE05-89F2-EF370B261D17}"/>
              </a:ext>
            </a:extLst>
          </p:cNvPr>
          <p:cNvSpPr/>
          <p:nvPr userDrawn="1"/>
        </p:nvSpPr>
        <p:spPr>
          <a:xfrm>
            <a:off x="158799" y="2479932"/>
            <a:ext cx="3732481" cy="720000"/>
          </a:xfrm>
          <a:prstGeom prst="roundRect">
            <a:avLst>
              <a:gd name="adj" fmla="val 50000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ADC71C-E69B-0ECF-8A61-BD50B183A6E4}"/>
              </a:ext>
            </a:extLst>
          </p:cNvPr>
          <p:cNvSpPr/>
          <p:nvPr userDrawn="1"/>
        </p:nvSpPr>
        <p:spPr>
          <a:xfrm>
            <a:off x="158799" y="3317068"/>
            <a:ext cx="3732481" cy="720000"/>
          </a:xfrm>
          <a:prstGeom prst="roundRect">
            <a:avLst>
              <a:gd name="adj" fmla="val 5000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50BD0D-82E6-6AE9-EAF6-FA31F0D5E0ED}"/>
              </a:ext>
            </a:extLst>
          </p:cNvPr>
          <p:cNvSpPr/>
          <p:nvPr userDrawn="1"/>
        </p:nvSpPr>
        <p:spPr>
          <a:xfrm>
            <a:off x="158800" y="2479279"/>
            <a:ext cx="720000" cy="7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8B34FB-2759-5EE9-302D-6EBB383644DC}"/>
              </a:ext>
            </a:extLst>
          </p:cNvPr>
          <p:cNvSpPr/>
          <p:nvPr userDrawn="1"/>
        </p:nvSpPr>
        <p:spPr>
          <a:xfrm>
            <a:off x="158800" y="3317721"/>
            <a:ext cx="720000" cy="7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6B8585-B5E2-59AF-BD23-6F10E8A6B744}"/>
              </a:ext>
            </a:extLst>
          </p:cNvPr>
          <p:cNvSpPr/>
          <p:nvPr userDrawn="1"/>
        </p:nvSpPr>
        <p:spPr>
          <a:xfrm>
            <a:off x="158800" y="1640837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8CDAE1F-F337-AEE1-D52F-6586230970A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951026" y="1640838"/>
            <a:ext cx="2648057" cy="7199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00E29C6-30D9-DCEA-3B1F-D5759C57121B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953505" y="2474048"/>
            <a:ext cx="2648057" cy="72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304E7E2-254F-9128-4672-5DDB6678371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951026" y="3313798"/>
            <a:ext cx="2648057" cy="7199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219C2BBA-9B2F-7F0D-B5B9-11C384929184}"/>
              </a:ext>
            </a:extLst>
          </p:cNvPr>
          <p:cNvSpPr/>
          <p:nvPr userDrawn="1"/>
        </p:nvSpPr>
        <p:spPr>
          <a:xfrm flipV="1">
            <a:off x="1282" y="1556"/>
            <a:ext cx="6233754" cy="891800"/>
          </a:xfrm>
          <a:prstGeom prst="round1Rect">
            <a:avLst>
              <a:gd name="adj" fmla="val 3131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0BBF322-CFBD-C71E-0C22-5CE4CC651F38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89646" y="510140"/>
            <a:ext cx="6020227" cy="2866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5D90C02-994B-D5D0-D051-51F1590C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6" y="110122"/>
            <a:ext cx="6020228" cy="393499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76909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29F8BF-A804-7852-9617-9608BD71CEBB}"/>
              </a:ext>
            </a:extLst>
          </p:cNvPr>
          <p:cNvSpPr/>
          <p:nvPr userDrawn="1"/>
        </p:nvSpPr>
        <p:spPr>
          <a:xfrm>
            <a:off x="0" y="4839813"/>
            <a:ext cx="4572000" cy="30062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E61D7-585F-E42E-6939-DD36C9CE0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1FA06E5-EFE6-41F4-C00F-AC2DF8B0D194}"/>
              </a:ext>
            </a:extLst>
          </p:cNvPr>
          <p:cNvSpPr/>
          <p:nvPr userDrawn="1"/>
        </p:nvSpPr>
        <p:spPr>
          <a:xfrm>
            <a:off x="1148805" y="285759"/>
            <a:ext cx="7447833" cy="4857741"/>
          </a:xfrm>
          <a:custGeom>
            <a:avLst/>
            <a:gdLst>
              <a:gd name="connsiteX0" fmla="*/ 8846452 w 9277691"/>
              <a:gd name="connsiteY0" fmla="*/ 0 h 6441781"/>
              <a:gd name="connsiteX1" fmla="*/ 9277691 w 9277691"/>
              <a:gd name="connsiteY1" fmla="*/ 879048 h 6441781"/>
              <a:gd name="connsiteX2" fmla="*/ 8945791 w 9277691"/>
              <a:gd name="connsiteY2" fmla="*/ 828131 h 6441781"/>
              <a:gd name="connsiteX3" fmla="*/ 8652053 w 9277691"/>
              <a:gd name="connsiteY3" fmla="*/ 1928396 h 6441781"/>
              <a:gd name="connsiteX4" fmla="*/ 8651631 w 9277691"/>
              <a:gd name="connsiteY4" fmla="*/ 1931327 h 6441781"/>
              <a:gd name="connsiteX5" fmla="*/ 2716823 w 9277691"/>
              <a:gd name="connsiteY5" fmla="*/ 6441781 h 6441781"/>
              <a:gd name="connsiteX6" fmla="*/ 0 w 9277691"/>
              <a:gd name="connsiteY6" fmla="*/ 6432988 h 6441781"/>
              <a:gd name="connsiteX7" fmla="*/ 7848184 w 9277691"/>
              <a:gd name="connsiteY7" fmla="*/ 1875643 h 6441781"/>
              <a:gd name="connsiteX8" fmla="*/ 8227221 w 9277691"/>
              <a:gd name="connsiteY8" fmla="*/ 717895 h 6441781"/>
              <a:gd name="connsiteX9" fmla="*/ 7904572 w 9277691"/>
              <a:gd name="connsiteY9" fmla="*/ 668397 h 6441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77691" h="6441781">
                <a:moveTo>
                  <a:pt x="8846452" y="0"/>
                </a:moveTo>
                <a:lnTo>
                  <a:pt x="9277691" y="879048"/>
                </a:lnTo>
                <a:lnTo>
                  <a:pt x="8945791" y="828131"/>
                </a:lnTo>
                <a:lnTo>
                  <a:pt x="8652053" y="1928396"/>
                </a:lnTo>
                <a:cubicBezTo>
                  <a:pt x="8651912" y="1929373"/>
                  <a:pt x="8651772" y="1930350"/>
                  <a:pt x="8651631" y="1931327"/>
                </a:cubicBezTo>
                <a:lnTo>
                  <a:pt x="2716823" y="6441781"/>
                </a:lnTo>
                <a:lnTo>
                  <a:pt x="0" y="6432988"/>
                </a:lnTo>
                <a:lnTo>
                  <a:pt x="7848184" y="1875643"/>
                </a:lnTo>
                <a:lnTo>
                  <a:pt x="8227221" y="717895"/>
                </a:lnTo>
                <a:lnTo>
                  <a:pt x="7904572" y="668397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48665E-9B00-8439-6F6C-33BEE386C31A}"/>
              </a:ext>
            </a:extLst>
          </p:cNvPr>
          <p:cNvSpPr>
            <a:spLocks noChangeAspect="1"/>
          </p:cNvSpPr>
          <p:nvPr userDrawn="1"/>
        </p:nvSpPr>
        <p:spPr>
          <a:xfrm>
            <a:off x="1922138" y="3687016"/>
            <a:ext cx="1080000" cy="1080000"/>
          </a:xfrm>
          <a:prstGeom prst="ellipse">
            <a:avLst/>
          </a:prstGeom>
          <a:solidFill>
            <a:schemeClr val="accent1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5C071A-A971-8ABD-3D9B-D8F991622678}"/>
              </a:ext>
            </a:extLst>
          </p:cNvPr>
          <p:cNvSpPr>
            <a:spLocks noChangeAspect="1"/>
          </p:cNvSpPr>
          <p:nvPr userDrawn="1"/>
        </p:nvSpPr>
        <p:spPr>
          <a:xfrm>
            <a:off x="3270616" y="3078567"/>
            <a:ext cx="936000" cy="936000"/>
          </a:xfrm>
          <a:prstGeom prst="ellipse">
            <a:avLst/>
          </a:prstGeom>
          <a:solidFill>
            <a:schemeClr val="accent2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1D9EAD-74E9-D027-39AB-6132F981E4CD}"/>
              </a:ext>
            </a:extLst>
          </p:cNvPr>
          <p:cNvSpPr>
            <a:spLocks noChangeAspect="1"/>
          </p:cNvSpPr>
          <p:nvPr userDrawn="1"/>
        </p:nvSpPr>
        <p:spPr>
          <a:xfrm>
            <a:off x="4475094" y="2569600"/>
            <a:ext cx="792000" cy="792000"/>
          </a:xfrm>
          <a:prstGeom prst="ellipse">
            <a:avLst/>
          </a:prstGeom>
          <a:solidFill>
            <a:schemeClr val="accent3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FCBA35-3400-4559-B3AD-A75496692BDC}"/>
              </a:ext>
            </a:extLst>
          </p:cNvPr>
          <p:cNvSpPr>
            <a:spLocks noChangeAspect="1"/>
          </p:cNvSpPr>
          <p:nvPr userDrawn="1"/>
        </p:nvSpPr>
        <p:spPr>
          <a:xfrm>
            <a:off x="5542655" y="2165865"/>
            <a:ext cx="648000" cy="648000"/>
          </a:xfrm>
          <a:prstGeom prst="ellipse">
            <a:avLst/>
          </a:prstGeom>
          <a:solidFill>
            <a:schemeClr val="accent4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EFC8A9F-BDAE-2862-E64D-1A42A6CF6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5458" y="4266906"/>
            <a:ext cx="2259786" cy="453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4570C07-E7B4-9948-8035-3E92D983493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4255958" y="3958468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7294E7-37B2-4ABA-533F-E82DAAD62A35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2595" y="3390996"/>
            <a:ext cx="2259786" cy="453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1E4BA10-732A-9B13-0A54-BC6FC7BD765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3095" y="3082558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4619A90-AD1A-2BAE-A145-DA665CE6E2BE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2326272" y="2140525"/>
            <a:ext cx="2259786" cy="453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365B373-D8A6-8680-35E0-4B4D49EBA02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326772" y="1832087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F98A83E-E00F-63ED-333A-B43C09934DC0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284651" y="2999645"/>
            <a:ext cx="2259786" cy="453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F1744A3-7C17-5AF7-E2A4-E80D536B6A6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285151" y="2691207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Picture Placeholder 32">
            <a:extLst>
              <a:ext uri="{FF2B5EF4-FFF2-40B4-BE49-F238E27FC236}">
                <a16:creationId xmlns:a16="http://schemas.microsoft.com/office/drawing/2014/main" id="{5CDB2E3D-05E7-8C10-B01E-987C30C8B4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102138" y="385584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22" name="Picture Placeholder 32">
            <a:extLst>
              <a:ext uri="{FF2B5EF4-FFF2-40B4-BE49-F238E27FC236}">
                <a16:creationId xmlns:a16="http://schemas.microsoft.com/office/drawing/2014/main" id="{CD884130-42E6-6441-FE4D-9BC9E185901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14616" y="3222567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23" name="Picture Placeholder 32">
            <a:extLst>
              <a:ext uri="{FF2B5EF4-FFF2-40B4-BE49-F238E27FC236}">
                <a16:creationId xmlns:a16="http://schemas.microsoft.com/office/drawing/2014/main" id="{F4B8C959-00B3-E898-4B50-173FE284AF7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02680" y="2695600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24" name="Picture Placeholder 32">
            <a:extLst>
              <a:ext uri="{FF2B5EF4-FFF2-40B4-BE49-F238E27FC236}">
                <a16:creationId xmlns:a16="http://schemas.microsoft.com/office/drawing/2014/main" id="{97D51337-0EB1-857B-E054-1AE5FCB9FB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68655" y="2281705"/>
            <a:ext cx="396000" cy="39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E9EBCA7-F719-661F-FAB6-0EE322C13A28}"/>
              </a:ext>
            </a:extLst>
          </p:cNvPr>
          <p:cNvSpPr>
            <a:spLocks noChangeAspect="1"/>
          </p:cNvSpPr>
          <p:nvPr userDrawn="1"/>
        </p:nvSpPr>
        <p:spPr>
          <a:xfrm>
            <a:off x="6490261" y="1723604"/>
            <a:ext cx="504000" cy="504000"/>
          </a:xfrm>
          <a:prstGeom prst="ellipse">
            <a:avLst/>
          </a:prstGeom>
          <a:solidFill>
            <a:schemeClr val="accent6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28" name="Picture Placeholder 32">
            <a:extLst>
              <a:ext uri="{FF2B5EF4-FFF2-40B4-BE49-F238E27FC236}">
                <a16:creationId xmlns:a16="http://schemas.microsoft.com/office/drawing/2014/main" id="{8F3F2EAF-10F5-E15F-0959-C98204F75D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0261" y="1813604"/>
            <a:ext cx="324000" cy="3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789C352-437C-FDB4-1592-94CF63BA86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4742593" y="1253995"/>
            <a:ext cx="2259786" cy="4531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940C076-2A85-E5DA-5E05-3ADFB3584C02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743093" y="945557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6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A02E1C25-EFB8-74B9-846B-7698F5E99959}"/>
              </a:ext>
            </a:extLst>
          </p:cNvPr>
          <p:cNvSpPr/>
          <p:nvPr userDrawn="1"/>
        </p:nvSpPr>
        <p:spPr>
          <a:xfrm flipV="1">
            <a:off x="1282" y="1556"/>
            <a:ext cx="6233754" cy="891800"/>
          </a:xfrm>
          <a:prstGeom prst="round1Rect">
            <a:avLst>
              <a:gd name="adj" fmla="val 3131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FE810C6-BFC7-3AFC-CFA6-1045A709EA7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89646" y="510140"/>
            <a:ext cx="6020227" cy="2866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06D4DD-A139-B262-7487-CB19BEC22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6" y="110122"/>
            <a:ext cx="6020228" cy="393499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817E3-44B8-FE2A-9B53-309320381910}"/>
              </a:ext>
            </a:extLst>
          </p:cNvPr>
          <p:cNvSpPr txBox="1"/>
          <p:nvPr userDrawn="1"/>
        </p:nvSpPr>
        <p:spPr>
          <a:xfrm>
            <a:off x="7620" y="4973088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45861598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FB721-DFCA-603E-0A7F-278CE431C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053458-141A-73A0-2E12-D8C4FD26C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4011" y="2186214"/>
            <a:ext cx="1439999" cy="14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0676E84-F1F0-F496-05CD-B942031E13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4599992" y="2194967"/>
            <a:ext cx="1439999" cy="1440000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2B983F1E-8D5D-6B65-7D51-79AC0A67C73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36000" y="1213375"/>
            <a:ext cx="2170629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D6BD1C6A-8C87-961C-A937-497225EC1B7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36000" y="1932787"/>
            <a:ext cx="2170629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7A00BA12-E5AF-37DB-27EE-C772BD737E8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6000" y="2652197"/>
            <a:ext cx="2170629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07C8CF9C-FDD5-79C1-DC4C-AA2DAC086468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36000" y="3352931"/>
            <a:ext cx="2170629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F72D5225-CA7F-E658-B701-2D9828953B39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6000" y="4091027"/>
            <a:ext cx="2170629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6AD13C8-F4BA-BABC-2479-FFB25509621B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927880" y="1206126"/>
            <a:ext cx="2171554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E78EEF8-00C1-612F-85AE-FD1F4C25635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6927880" y="1925538"/>
            <a:ext cx="2171554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509B53DE-97A5-7C7C-06D2-9893186028F7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927880" y="2644948"/>
            <a:ext cx="2171554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5401BE80-37EF-B83A-590F-00957D3CC724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6927880" y="3345682"/>
            <a:ext cx="2171554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1D74654-40EE-9448-091B-A01FDD913EA9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6927880" y="4083778"/>
            <a:ext cx="2171554" cy="52549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4380A3E-471D-D46D-1300-7B80EB036FE3}"/>
              </a:ext>
            </a:extLst>
          </p:cNvPr>
          <p:cNvGrpSpPr/>
          <p:nvPr userDrawn="1"/>
        </p:nvGrpSpPr>
        <p:grpSpPr>
          <a:xfrm>
            <a:off x="2216120" y="1198875"/>
            <a:ext cx="878400" cy="3417650"/>
            <a:chOff x="1875760" y="1198875"/>
            <a:chExt cx="878400" cy="3417650"/>
          </a:xfrm>
          <a:solidFill>
            <a:schemeClr val="accent3">
              <a:alpha val="50196"/>
            </a:schemeClr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80696D-17A8-BC57-1797-BC92AF27DD88}"/>
                </a:ext>
              </a:extLst>
            </p:cNvPr>
            <p:cNvGrpSpPr/>
            <p:nvPr userDrawn="1"/>
          </p:nvGrpSpPr>
          <p:grpSpPr>
            <a:xfrm>
              <a:off x="1875760" y="1198875"/>
              <a:ext cx="540000" cy="3417650"/>
              <a:chOff x="1743760" y="1198877"/>
              <a:chExt cx="540000" cy="3417650"/>
            </a:xfrm>
            <a:grpFill/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0B78835-780D-84E8-86B2-9BBA2B6C92A5}"/>
                  </a:ext>
                </a:extLst>
              </p:cNvPr>
              <p:cNvSpPr/>
              <p:nvPr userDrawn="1"/>
            </p:nvSpPr>
            <p:spPr>
              <a:xfrm>
                <a:off x="1743760" y="1198877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135E31-B079-8547-BA00-67C96BA3A15F}"/>
                  </a:ext>
                </a:extLst>
              </p:cNvPr>
              <p:cNvSpPr/>
              <p:nvPr userDrawn="1"/>
            </p:nvSpPr>
            <p:spPr>
              <a:xfrm>
                <a:off x="1743760" y="1918289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6DCFC46-9FBA-11AC-7774-F9C12F3FAD97}"/>
                  </a:ext>
                </a:extLst>
              </p:cNvPr>
              <p:cNvSpPr/>
              <p:nvPr userDrawn="1"/>
            </p:nvSpPr>
            <p:spPr>
              <a:xfrm>
                <a:off x="1743760" y="2637701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2E3B100-AFD6-B903-AC61-426EE2B1F09C}"/>
                  </a:ext>
                </a:extLst>
              </p:cNvPr>
              <p:cNvSpPr/>
              <p:nvPr userDrawn="1"/>
            </p:nvSpPr>
            <p:spPr>
              <a:xfrm>
                <a:off x="1743760" y="3357113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D88A0C8-1A5E-3552-F0E7-898981A0B618}"/>
                  </a:ext>
                </a:extLst>
              </p:cNvPr>
              <p:cNvSpPr/>
              <p:nvPr userDrawn="1"/>
            </p:nvSpPr>
            <p:spPr>
              <a:xfrm>
                <a:off x="1743760" y="4076527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E4A18BD-2096-59DA-DBA8-7E969442F1C9}"/>
                </a:ext>
              </a:extLst>
            </p:cNvPr>
            <p:cNvGrpSpPr/>
            <p:nvPr userDrawn="1"/>
          </p:nvGrpSpPr>
          <p:grpSpPr>
            <a:xfrm>
              <a:off x="2415760" y="1468875"/>
              <a:ext cx="338400" cy="2877650"/>
              <a:chOff x="2415760" y="1468875"/>
              <a:chExt cx="688251" cy="2877650"/>
            </a:xfrm>
            <a:grpFill/>
          </p:grpSpPr>
          <p:cxnSp>
            <p:nvCxnSpPr>
              <p:cNvPr id="42" name="Connector: Elbow 41">
                <a:extLst>
                  <a:ext uri="{FF2B5EF4-FFF2-40B4-BE49-F238E27FC236}">
                    <a16:creationId xmlns:a16="http://schemas.microsoft.com/office/drawing/2014/main" id="{831C5386-6150-598B-3031-969FFE2C6870}"/>
                  </a:ext>
                </a:extLst>
              </p:cNvPr>
              <p:cNvCxnSpPr>
                <a:stCxn id="17" idx="6"/>
                <a:endCxn id="14" idx="1"/>
              </p:cNvCxnSpPr>
              <p:nvPr userDrawn="1"/>
            </p:nvCxnSpPr>
            <p:spPr>
              <a:xfrm>
                <a:off x="2415760" y="1468875"/>
                <a:ext cx="688251" cy="1437339"/>
              </a:xfrm>
              <a:prstGeom prst="bentConnector3">
                <a:avLst/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3DD031CA-EE01-BD30-29FD-4855B5C24735}"/>
                  </a:ext>
                </a:extLst>
              </p:cNvPr>
              <p:cNvCxnSpPr>
                <a:cxnSpLocks/>
                <a:stCxn id="18" idx="6"/>
                <a:endCxn id="14" idx="1"/>
              </p:cNvCxnSpPr>
              <p:nvPr userDrawn="1"/>
            </p:nvCxnSpPr>
            <p:spPr>
              <a:xfrm>
                <a:off x="2415760" y="2188287"/>
                <a:ext cx="688251" cy="717927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CFFD17DF-6FFB-44B5-F86D-BB48CD0D348B}"/>
                  </a:ext>
                </a:extLst>
              </p:cNvPr>
              <p:cNvCxnSpPr>
                <a:cxnSpLocks/>
                <a:stCxn id="20" idx="6"/>
                <a:endCxn id="14" idx="1"/>
              </p:cNvCxnSpPr>
              <p:nvPr userDrawn="1"/>
            </p:nvCxnSpPr>
            <p:spPr>
              <a:xfrm flipV="1">
                <a:off x="2415760" y="2906214"/>
                <a:ext cx="688251" cy="720897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9A44AB6D-1A4A-70D2-265A-E2347956EB41}"/>
                  </a:ext>
                </a:extLst>
              </p:cNvPr>
              <p:cNvCxnSpPr>
                <a:cxnSpLocks/>
                <a:stCxn id="21" idx="6"/>
                <a:endCxn id="14" idx="1"/>
              </p:cNvCxnSpPr>
              <p:nvPr userDrawn="1"/>
            </p:nvCxnSpPr>
            <p:spPr>
              <a:xfrm flipV="1">
                <a:off x="2415760" y="2906214"/>
                <a:ext cx="688251" cy="1440311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5FF62F6-6D91-91C8-19C4-CBE135586820}"/>
                  </a:ext>
                </a:extLst>
              </p:cNvPr>
              <p:cNvCxnSpPr>
                <a:stCxn id="14" idx="1"/>
                <a:endCxn id="19" idx="6"/>
              </p:cNvCxnSpPr>
              <p:nvPr userDrawn="1"/>
            </p:nvCxnSpPr>
            <p:spPr>
              <a:xfrm flipH="1">
                <a:off x="2415760" y="2906214"/>
                <a:ext cx="688251" cy="1485"/>
              </a:xfrm>
              <a:prstGeom prst="line">
                <a:avLst/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B8FB409-FC28-9BAF-F90C-3DF2A0127F18}"/>
              </a:ext>
            </a:extLst>
          </p:cNvPr>
          <p:cNvGrpSpPr/>
          <p:nvPr userDrawn="1"/>
        </p:nvGrpSpPr>
        <p:grpSpPr>
          <a:xfrm>
            <a:off x="6037942" y="1198876"/>
            <a:ext cx="880151" cy="3417650"/>
            <a:chOff x="6037942" y="1198876"/>
            <a:chExt cx="880151" cy="3417650"/>
          </a:xfrm>
          <a:solidFill>
            <a:schemeClr val="accent2">
              <a:alpha val="50196"/>
            </a:schemeClr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250F50C-AFB5-6EFE-6019-5FD719E7C0C2}"/>
                </a:ext>
              </a:extLst>
            </p:cNvPr>
            <p:cNvGrpSpPr/>
            <p:nvPr userDrawn="1"/>
          </p:nvGrpSpPr>
          <p:grpSpPr>
            <a:xfrm>
              <a:off x="6378093" y="1198876"/>
              <a:ext cx="540000" cy="3417650"/>
              <a:chOff x="1743760" y="1198877"/>
              <a:chExt cx="540000" cy="3417650"/>
            </a:xfrm>
            <a:grpFill/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3D43A43-B1DF-F4FA-723E-51D688822500}"/>
                  </a:ext>
                </a:extLst>
              </p:cNvPr>
              <p:cNvSpPr/>
              <p:nvPr userDrawn="1"/>
            </p:nvSpPr>
            <p:spPr>
              <a:xfrm>
                <a:off x="1743760" y="1198877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8B3F6B8-267B-0733-3FE5-9FB24F877AC6}"/>
                  </a:ext>
                </a:extLst>
              </p:cNvPr>
              <p:cNvSpPr/>
              <p:nvPr userDrawn="1"/>
            </p:nvSpPr>
            <p:spPr>
              <a:xfrm>
                <a:off x="1743760" y="1918289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10D4D48-74D6-CF88-3783-4A544FEA2BC3}"/>
                  </a:ext>
                </a:extLst>
              </p:cNvPr>
              <p:cNvSpPr/>
              <p:nvPr userDrawn="1"/>
            </p:nvSpPr>
            <p:spPr>
              <a:xfrm>
                <a:off x="1743760" y="2637701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6C7D4A0-B95C-3483-C8EF-5A884C3685EE}"/>
                  </a:ext>
                </a:extLst>
              </p:cNvPr>
              <p:cNvSpPr/>
              <p:nvPr userDrawn="1"/>
            </p:nvSpPr>
            <p:spPr>
              <a:xfrm>
                <a:off x="1743760" y="3357113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E74B4A0-BCAD-887F-B760-648C874CB973}"/>
                  </a:ext>
                </a:extLst>
              </p:cNvPr>
              <p:cNvSpPr/>
              <p:nvPr userDrawn="1"/>
            </p:nvSpPr>
            <p:spPr>
              <a:xfrm>
                <a:off x="1743760" y="4076527"/>
                <a:ext cx="540000" cy="540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>
                  <a:latin typeface="+mj-lt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A79685F-411F-6FCF-9BB9-46D32A6F492F}"/>
                </a:ext>
              </a:extLst>
            </p:cNvPr>
            <p:cNvGrpSpPr/>
            <p:nvPr userDrawn="1"/>
          </p:nvGrpSpPr>
          <p:grpSpPr>
            <a:xfrm flipH="1">
              <a:off x="6037942" y="1471046"/>
              <a:ext cx="339465" cy="2877650"/>
              <a:chOff x="2415760" y="1468875"/>
              <a:chExt cx="339465" cy="2877650"/>
            </a:xfrm>
            <a:grpFill/>
          </p:grpSpPr>
          <p:cxnSp>
            <p:nvCxnSpPr>
              <p:cNvPr id="58" name="Connector: Elbow 57">
                <a:extLst>
                  <a:ext uri="{FF2B5EF4-FFF2-40B4-BE49-F238E27FC236}">
                    <a16:creationId xmlns:a16="http://schemas.microsoft.com/office/drawing/2014/main" id="{90257498-735D-F625-6D54-9E6486128BA9}"/>
                  </a:ext>
                </a:extLst>
              </p:cNvPr>
              <p:cNvCxnSpPr/>
              <p:nvPr userDrawn="1"/>
            </p:nvCxnSpPr>
            <p:spPr>
              <a:xfrm>
                <a:off x="2415760" y="1468875"/>
                <a:ext cx="339465" cy="1437683"/>
              </a:xfrm>
              <a:prstGeom prst="bentConnector3">
                <a:avLst/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ctor: Elbow 58">
                <a:extLst>
                  <a:ext uri="{FF2B5EF4-FFF2-40B4-BE49-F238E27FC236}">
                    <a16:creationId xmlns:a16="http://schemas.microsoft.com/office/drawing/2014/main" id="{6C7B7175-5499-994F-A51B-9E81B8A002D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415760" y="2188287"/>
                <a:ext cx="339465" cy="718271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or: Elbow 59">
                <a:extLst>
                  <a:ext uri="{FF2B5EF4-FFF2-40B4-BE49-F238E27FC236}">
                    <a16:creationId xmlns:a16="http://schemas.microsoft.com/office/drawing/2014/main" id="{62EB242D-25E1-D547-E77F-03ECCE60EB6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2415760" y="2906558"/>
                <a:ext cx="339465" cy="720553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or: Elbow 60">
                <a:extLst>
                  <a:ext uri="{FF2B5EF4-FFF2-40B4-BE49-F238E27FC236}">
                    <a16:creationId xmlns:a16="http://schemas.microsoft.com/office/drawing/2014/main" id="{6A41E2F1-6D8D-98E6-A9F0-6B9B983CD09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2415760" y="2906558"/>
                <a:ext cx="339465" cy="1439967"/>
              </a:xfrm>
              <a:prstGeom prst="bentConnector3">
                <a:avLst>
                  <a:gd name="adj1" fmla="val 50000"/>
                </a:avLst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3EF30CF-CFEE-3381-C772-F9D3AE13A1EB}"/>
                  </a:ext>
                </a:extLst>
              </p:cNvPr>
              <p:cNvCxnSpPr/>
              <p:nvPr userDrawn="1"/>
            </p:nvCxnSpPr>
            <p:spPr>
              <a:xfrm flipH="1">
                <a:off x="2415760" y="2906558"/>
                <a:ext cx="339465" cy="1141"/>
              </a:xfrm>
              <a:prstGeom prst="line">
                <a:avLst/>
              </a:prstGeom>
              <a:grpFill/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" name="Title 1">
            <a:extLst>
              <a:ext uri="{FF2B5EF4-FFF2-40B4-BE49-F238E27FC236}">
                <a16:creationId xmlns:a16="http://schemas.microsoft.com/office/drawing/2014/main" id="{18BD92B0-4367-F45E-9272-E9C561D96735}"/>
              </a:ext>
            </a:extLst>
          </p:cNvPr>
          <p:cNvSpPr txBox="1">
            <a:spLocks/>
          </p:cNvSpPr>
          <p:nvPr userDrawn="1"/>
        </p:nvSpPr>
        <p:spPr>
          <a:xfrm>
            <a:off x="3150502" y="2709464"/>
            <a:ext cx="1335173" cy="393499"/>
          </a:xfrm>
          <a:prstGeom prst="rect">
            <a:avLst/>
          </a:prstGeom>
        </p:spPr>
        <p:txBody>
          <a:bodyPr anchor="ctr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Century Gothic" panose="020B0502020202020204" pitchFamily="34" charset="0"/>
                <a:ea typeface="Century Gothic" charset="0"/>
                <a:cs typeface="Century Gothic" charset="0"/>
              </a:defRPr>
            </a:lvl1pPr>
          </a:lstStyle>
          <a:p>
            <a:r>
              <a:rPr lang="en-GB" sz="2800">
                <a:solidFill>
                  <a:schemeClr val="bg1"/>
                </a:solidFill>
                <a:latin typeface="+mj-lt"/>
              </a:rPr>
              <a:t>PROS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68348834-253A-743B-27F7-17D745099FE8}"/>
              </a:ext>
            </a:extLst>
          </p:cNvPr>
          <p:cNvSpPr txBox="1">
            <a:spLocks/>
          </p:cNvSpPr>
          <p:nvPr userDrawn="1"/>
        </p:nvSpPr>
        <p:spPr>
          <a:xfrm>
            <a:off x="4651381" y="2709463"/>
            <a:ext cx="1335173" cy="393499"/>
          </a:xfrm>
          <a:prstGeom prst="rect">
            <a:avLst/>
          </a:prstGeom>
        </p:spPr>
        <p:txBody>
          <a:bodyPr anchor="ctr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Century Gothic" panose="020B0502020202020204" pitchFamily="34" charset="0"/>
                <a:ea typeface="Century Gothic" charset="0"/>
                <a:cs typeface="Century Gothic" charset="0"/>
              </a:defRPr>
            </a:lvl1pPr>
          </a:lstStyle>
          <a:p>
            <a:r>
              <a:rPr lang="en-GB" sz="2800">
                <a:solidFill>
                  <a:schemeClr val="bg1"/>
                </a:solidFill>
                <a:latin typeface="+mj-lt"/>
              </a:rPr>
              <a:t>CONS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99C3B28-C14D-5A73-E3FF-76B2FE3A2EA1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3ECB14-36AA-5614-ECF8-535DE8D39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EAEC17-AC99-7227-9F6A-1EAA5E98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03911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53.xml"/><Relationship Id="rId25" Type="http://schemas.openxmlformats.org/officeDocument/2006/relationships/theme" Target="../theme/theme6.xml"/><Relationship Id="rId26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80.xml"/><Relationship Id="rId11" Type="http://schemas.openxmlformats.org/officeDocument/2006/relationships/theme" Target="../theme/theme7.xml"/><Relationship Id="rId12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9" Type="http://schemas.openxmlformats.org/officeDocument/2006/relationships/slideLayout" Target="../slideLayouts/slideLayout92.xml"/><Relationship Id="rId48" Type="http://schemas.openxmlformats.org/officeDocument/2006/relationships/theme" Target="../theme/theme8.xml"/><Relationship Id="rId4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32.xml"/><Relationship Id="rId9" Type="http://schemas.openxmlformats.org/officeDocument/2006/relationships/theme" Target="../theme/theme9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35577-201D-A49F-8651-017F183AC87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30F2936-3A0F-B6E0-B7DA-174505A3A58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D1DD0-805F-5688-A13F-BAFBF7F38795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9912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2"/>
    <p:sldLayoutId id="2147483704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1pPr>
      <a:lvl2pPr marL="406004" indent="-2333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2pPr>
      <a:lvl3pPr marL="640556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3pPr>
      <a:lvl4pPr marL="900113" indent="-259556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4pPr>
      <a:lvl5pPr marL="1168004" indent="-267891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C741B0-2CD8-A347-997D-35A5D58D5B2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B10485-0E49-6A96-C2BF-50CB6DD51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2C30E-CDE6-3270-1EDC-D751792EE0E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CD62D-A184-F3ED-CF3C-552909376CAD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16428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C95EC3-2A89-C0BC-37F7-93800670A82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41E608E-DDD8-7231-9FB1-556628D9A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23E131B-9015-038C-BC68-AD6991DAC60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20F4BE-C308-5497-F73D-610E8B72A037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91034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FD26CB-7797-98A4-9B9F-759D9E9B937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FEB072-73F4-36DD-A772-A87BBA282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E234D2EB-3C1F-1BB6-1F97-5208760BA915}"/>
              </a:ext>
            </a:extLst>
          </p:cNvPr>
          <p:cNvPicPr>
            <a:picLocks noChangeAspect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2E1D6F-DB9D-BFDE-B403-F5728F13FA27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407452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1B954D-B1C1-9B4A-FBBB-759899D7289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BC2209F-CE66-6BBF-CD24-671C036A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3DF8B6D-0DF5-EA43-05D6-95FD756D747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2E9680-3876-E290-88B4-DA2809DAB590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255667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739DFB-DA54-2547-A79F-3634874B3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cover_text1 }}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874BEB-3081-6372-6A38-88AEAD14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cover_title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D7A2B1-2A70-BA39-F02B-CD4218D6D21C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cover_text2 }}</a:t>
            </a:r>
          </a:p>
        </p:txBody>
      </p:sp>
    </p:spTree>
    <p:extLst>
      <p:ext uri="{BB962C8B-B14F-4D97-AF65-F5344CB8AC3E}">
        <p14:creationId xmlns:p14="http://schemas.microsoft.com/office/powerpoint/2010/main" val="14070039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C88B67A-E0E7-5CE8-0073-4425FD002729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next_text2 }}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2A2C93-8FB3-B12C-0EFC-85847910E8A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next_text4 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5F4AAC5-6128-6566-BD5B-D8334810D67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next_text5 }}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11F5B34-966D-CCB8-C2F0-F1587B8E7E34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next_text1 }}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A674365-C7E0-501E-F33E-EB7FBA02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next_title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24508C-1BAD-0A3E-6843-2AA3AFABC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next_text3 }}</a:t>
            </a:r>
          </a:p>
        </p:txBody>
      </p:sp>
    </p:spTree>
    <p:extLst>
      <p:ext uri="{BB962C8B-B14F-4D97-AF65-F5344CB8AC3E}">
        <p14:creationId xmlns:p14="http://schemas.microsoft.com/office/powerpoint/2010/main" val="21985545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71AE5EA0-52AB-DD90-F6EF-7779933C94F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/>
        <p:txBody>
          <a:bodyPr/>
          <a:lstStyle/>
          <a:p>
            <a:r>
              <a:t>{{ workstream_text2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F050F-CAD2-C62F-ADF1-B5563D6F89C6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workstream_text3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B040BB-A947-36D8-56E1-9B58C7EFE863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workstream_text4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F68A0B-235E-98DB-C2B6-82ABCF55CB35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workstream_text5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1A66C21-536A-92E7-1771-13FAF06735EE}"/>
              </a:ext>
            </a:extLst>
          </p:cNvPr>
          <p:cNvSpPr>
            <a:spLocks noGrp="1"/>
          </p:cNvSpPr>
          <p:nvPr>
            <p:ph type="body" sz="half" idx="34"/>
          </p:nvPr>
        </p:nvSpPr>
        <p:spPr/>
        <p:txBody>
          <a:bodyPr/>
          <a:lstStyle/>
          <a:p>
            <a:r>
              <a:t>{{ workstream_text1 }}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127A97-3486-1618-F427-B25401FC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workstream_title }}</a:t>
            </a:r>
          </a:p>
        </p:txBody>
      </p:sp>
    </p:spTree>
    <p:extLst>
      <p:ext uri="{BB962C8B-B14F-4D97-AF65-F5344CB8AC3E}">
        <p14:creationId xmlns:p14="http://schemas.microsoft.com/office/powerpoint/2010/main" val="18542541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1414AD8-A358-92B2-E08F-723E6D33D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progress_text16 }}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D8E3083-55A0-11E6-0177-9F22F50FDBD4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progress_text15 }}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1B4F846-7984-80F4-E331-AED48EA074C9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progress_text13 }}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3B1A1EC-81E5-6CBB-B583-F5703F3CF7D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progress_text11 }}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670B5ED-69C9-A368-A3B9-899380846D6A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progress_text6 }}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AFA2941-DBFF-7C97-D643-BAF384A41AF1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progress_text5 }}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3E405A7-A23E-6BBC-1575-9EEF8C5C9B0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t>{{ progress_text10 }}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1AC1DF-9090-4B81-3727-3D7AA23D0CC9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progress_text8 }}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D9560B-9DEF-EB91-35A4-FDBA34830A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r>
              <a:t>{{ progress_text14 }}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5E611DE-1C27-28EF-924C-FFB3E54DB7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r>
              <a:t>{{ progress_text12 }}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F7BC458-C3C7-5E68-4DD8-9E226022DDC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r>
              <a:t>{{ progress_text9 }}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B192FA5-CF5E-E1C2-C303-AFC195EB05A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r>
              <a:t>{{ progress_text7 }}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52CDBD2-743F-24C6-0431-93303CCFA43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r>
              <a:t>{{ progress_text4 }}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1FBDC7D-7110-D778-F7A7-BA00E8F5C805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t>{{ progress_text3 }}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137B18C-13D5-E766-AE87-506125B10C04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/>
          <a:lstStyle/>
          <a:p>
            <a:r>
              <a:t>{{ progress_text2 }}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64FCFB0-2DCE-32FF-8C5A-0BB3E20A1648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progress_text1 }}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BD72EF4-3F49-055C-3606-C929271B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progress_title }}</a:t>
            </a:r>
          </a:p>
        </p:txBody>
      </p:sp>
    </p:spTree>
    <p:extLst>
      <p:ext uri="{BB962C8B-B14F-4D97-AF65-F5344CB8AC3E}">
        <p14:creationId xmlns:p14="http://schemas.microsoft.com/office/powerpoint/2010/main" val="231111843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E1A65-3EA0-CF0A-BC12-838414E8EF26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pro_1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14F03-C664-02AB-0633-87041731A0C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pro_2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B4FF8A-C92D-6DF1-6CFD-B7EE5A670635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t>{{ pro_3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24D181-FA4C-5E54-E54F-976DFAA2D8EC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pro_4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3E757E-6DEE-1AF9-482B-D2A0D4728699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t>{{ pro_5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9DB2B1-FD53-E9C6-ABA8-BD2835FE7E25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t>{{ con_1 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6EEBB9-4EA9-64B8-0056-AE84D6A03411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t>{{ con_2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87CF16-6C5E-1E2A-D097-647EEB81C092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r>
              <a:t>{{ con_3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B877A1-6330-5F6A-13EA-E2D61C931099}"/>
              </a:ext>
            </a:extLst>
          </p:cNvPr>
          <p:cNvSpPr>
            <a:spLocks noGrp="1"/>
          </p:cNvSpPr>
          <p:nvPr>
            <p:ph type="body" sz="half" idx="22"/>
          </p:nvPr>
        </p:nvSpPr>
        <p:spPr/>
        <p:txBody>
          <a:bodyPr/>
          <a:lstStyle/>
          <a:p>
            <a:r>
              <a:t>{{ con_4 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32297A1-8E9A-19AE-447F-682FB7676042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t>{{ con_5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836D0-A9A7-79B7-7F37-E1E1D89D4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tradeoff_note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92022-556A-1648-7C5E-95BAFFC8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tradeoff_title }}</a:t>
            </a:r>
          </a:p>
        </p:txBody>
      </p:sp>
    </p:spTree>
    <p:extLst>
      <p:ext uri="{BB962C8B-B14F-4D97-AF65-F5344CB8AC3E}">
        <p14:creationId xmlns:p14="http://schemas.microsoft.com/office/powerpoint/2010/main" val="8746418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9732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PowerPoint Proposal Template.potx" id="{67EDC9BE-195C-4E2E-9987-9D862BB279CC}" vid="{1DD36912-53BA-41BA-BDA4-58B3A78B74B6}"/>
    </a:ext>
  </a:extLst>
</a:theme>
</file>

<file path=ppt/theme/theme6.xml><?xml version="1.0" encoding="utf-8"?>
<a:theme xmlns:a="http://schemas.openxmlformats.org/drawingml/2006/main" name="General Content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Insight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Approach | Roadmap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Comparison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</Template>
  <TotalTime>239</TotalTime>
  <Words>50</Words>
  <Application>Microsoft Office PowerPoint</Application>
  <PresentationFormat>On-screen Show (16:9)</PresentationFormat>
  <Paragraphs>39</Paragraphs>
  <Slides>147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147</vt:i4>
      </vt:variant>
    </vt:vector>
  </HeadingPairs>
  <TitlesOfParts>
    <vt:vector size="169" baseType="lpstr">
      <vt:lpstr>Aptos</vt:lpstr>
      <vt:lpstr>Arial</vt:lpstr>
      <vt:lpstr>Arial Nova</vt:lpstr>
      <vt:lpstr>Calibri</vt:lpstr>
      <vt:lpstr>Century Gothic</vt:lpstr>
      <vt:lpstr>DM Sans</vt:lpstr>
      <vt:lpstr>Fira Sans</vt:lpstr>
      <vt:lpstr>Fira Sans Medium</vt:lpstr>
      <vt:lpstr>Inter</vt:lpstr>
      <vt:lpstr>Lato Light</vt:lpstr>
      <vt:lpstr>Oswald</vt:lpstr>
      <vt:lpstr>Poppins</vt:lpstr>
      <vt:lpstr>Roboto Medium</vt:lpstr>
      <vt:lpstr>Cover Page</vt:lpstr>
      <vt:lpstr>Agenda | Next Steps Slides</vt:lpstr>
      <vt:lpstr>Team Slides</vt:lpstr>
      <vt:lpstr>Problem Slides</vt:lpstr>
      <vt:lpstr>Solution | Objective Slides</vt:lpstr>
      <vt:lpstr>General Content</vt:lpstr>
      <vt:lpstr>Insight Slides</vt:lpstr>
      <vt:lpstr>Approach | Roadmap Slides</vt:lpstr>
      <vt:lpstr>Comparison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PASSION</dc:title>
  <dc:creator/>
  <cp:lastModifiedBy/>
  <cp:revision>1</cp:revision>
  <cp:lastPrinted>2023-07-22T09:00:26Z</cp:lastPrinted>
  <dcterms:created xsi:type="dcterms:W3CDTF">2023-06-15T07:10:53Z</dcterms:created>
  <dcterms:modified xsi:type="dcterms:W3CDTF">2024-11-13T06:55:20Z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3f6681-6027-45ac-a9c2-14713e76fe9d_Enabled">
    <vt:lpwstr>true</vt:lpwstr>
  </property>
  <property fmtid="{D5CDD505-2E9C-101B-9397-08002B2CF9AE}" pid="3" name="MSIP_Label_b63f6681-6027-45ac-a9c2-14713e76fe9d_SetDate">
    <vt:lpwstr>2023-11-01T10:53:06Z</vt:lpwstr>
  </property>
  <property fmtid="{D5CDD505-2E9C-101B-9397-08002B2CF9AE}" pid="4" name="MSIP_Label_b63f6681-6027-45ac-a9c2-14713e76fe9d_Method">
    <vt:lpwstr>Standard</vt:lpwstr>
  </property>
  <property fmtid="{D5CDD505-2E9C-101B-9397-08002B2CF9AE}" pid="5" name="MSIP_Label_b63f6681-6027-45ac-a9c2-14713e76fe9d_Name">
    <vt:lpwstr>Confidential</vt:lpwstr>
  </property>
  <property fmtid="{D5CDD505-2E9C-101B-9397-08002B2CF9AE}" pid="6" name="MSIP_Label_b63f6681-6027-45ac-a9c2-14713e76fe9d_SiteId">
    <vt:lpwstr>f28e5d44-45ee-477d-953a-728a7c537813</vt:lpwstr>
  </property>
  <property fmtid="{D5CDD505-2E9C-101B-9397-08002B2CF9AE}" pid="7" name="MSIP_Label_b63f6681-6027-45ac-a9c2-14713e76fe9d_ActionId">
    <vt:lpwstr>b30bce34-0e54-4305-ac43-fb27eba94ed1</vt:lpwstr>
  </property>
  <property fmtid="{D5CDD505-2E9C-101B-9397-08002B2CF9AE}" pid="8" name="MSIP_Label_b63f6681-6027-45ac-a9c2-14713e76fe9d_ContentBits">
    <vt:lpwstr>0</vt:lpwstr>
  </property>
</Properties>
</file>