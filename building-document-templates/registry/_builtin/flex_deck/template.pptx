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011680"/>
            <a:ext cx="10545775" cy="1737360"/>
          </a:xfrm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F172A"/>
                </a:solidFill>
                <a:latin typeface="Segoe UI"/>
              </a:rPr>
              <a:t>{{ deck_title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Segoe UI"/>
              </a:rPr>
              <a:t>{{ deck_eyebrow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54617A"/>
                </a:solidFill>
                <a:latin typeface="Segoe UI"/>
              </a:rPr>
              <a:t>{{ deck_subtitle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4617A"/>
                </a:solidFill>
                <a:latin typeface="Segoe UI"/>
              </a:rPr>
              <a:t>{{ author_line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ITEM"/>
          <p:cNvGrpSpPr/>
          <p:nvPr/>
        </p:nvGrpSpPr>
        <p:grpSpPr>
          <a:xfrm>
            <a:off x="822960" y="2221992"/>
            <a:ext cx="10545775" cy="630936"/>
            <a:chOff x="822960" y="2221992"/>
            <a:chExt cx="10545775" cy="630936"/>
          </a:xfrm>
        </p:grpSpPr>
        <p:sp>
          <p:nvSpPr>
            <p:cNvPr id="5" name="Oval 4"/>
            <p:cNvSpPr/>
            <p:nvPr/>
          </p:nvSpPr>
          <p:spPr>
            <a:xfrm>
              <a:off x="822960" y="2240280"/>
              <a:ext cx="566928" cy="566928"/>
            </a:xfrm>
            <a:prstGeom prst="ellipse">
              <a:avLst/>
            </a:prstGeom>
            <a:solidFill>
              <a:srgbClr val="0F1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Segoe UI"/>
                </a:rPr>
                <a:t>{{ item._n }}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709928" y="2221992"/>
              <a:ext cx="9658807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700" b="1">
                  <a:solidFill>
                    <a:srgbClr val="0F172A"/>
                  </a:solidFill>
                  <a:latin typeface="Segoe UI"/>
                </a:rPr>
                <a:t>{{ item.title }}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09928" y="2532888"/>
              <a:ext cx="9658807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50" b="0">
                  <a:solidFill>
                    <a:srgbClr val="54617A"/>
                  </a:solidFill>
                  <a:latin typeface="Segoe UI"/>
                </a:rPr>
                <a:t>{{ item.text }}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4617A"/>
                </a:solidFill>
                <a:latin typeface="Segoe UI"/>
              </a:rPr>
              <a:t>{{ intro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4577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2000">
                <a:solidFill>
                  <a:srgbClr val="0F172A"/>
                </a:solidFill>
                <a:latin typeface="Segoe UI"/>
              </a:rPr>
              <a:t>{{ points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ITEM"/>
          <p:cNvGrpSpPr/>
          <p:nvPr/>
        </p:nvGrpSpPr>
        <p:grpSpPr>
          <a:xfrm>
            <a:off x="822960" y="2221992"/>
            <a:ext cx="10545775" cy="658368"/>
            <a:chOff x="822960" y="2221992"/>
            <a:chExt cx="10545775" cy="658368"/>
          </a:xfrm>
        </p:grpSpPr>
        <p:sp>
          <p:nvSpPr>
            <p:cNvPr id="5" name="Chevron 4"/>
            <p:cNvSpPr/>
            <p:nvPr/>
          </p:nvSpPr>
          <p:spPr>
            <a:xfrm>
              <a:off x="822960" y="2240280"/>
              <a:ext cx="777240" cy="640080"/>
            </a:xfrm>
            <a:prstGeom prst="chevron">
              <a:avLst/>
            </a:prstGeom>
            <a:solidFill>
              <a:srgbClr val="0F1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Segoe UI"/>
                </a:rPr>
                <a:t>{{ item._n }}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920240" y="2221992"/>
              <a:ext cx="9448495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50" b="1">
                  <a:solidFill>
                    <a:srgbClr val="0F172A"/>
                  </a:solidFill>
                  <a:latin typeface="Segoe UI"/>
                </a:rPr>
                <a:t>{{ item.title }}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920240" y="2551176"/>
              <a:ext cx="9448495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50" b="0">
                  <a:solidFill>
                    <a:srgbClr val="54617A"/>
                  </a:solidFill>
                  <a:latin typeface="Segoe UI"/>
                </a:rPr>
                <a:t>{{ item.text }}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ITEM"/>
          <p:cNvGrpSpPr/>
          <p:nvPr/>
        </p:nvGrpSpPr>
        <p:grpSpPr>
          <a:xfrm>
            <a:off x="822960" y="2651760"/>
            <a:ext cx="2514600" cy="2286000"/>
            <a:chOff x="822960" y="2651760"/>
            <a:chExt cx="2514600" cy="2286000"/>
          </a:xfrm>
        </p:grpSpPr>
        <p:sp>
          <p:nvSpPr>
            <p:cNvPr id="5" name="Rounded Rectangle 4"/>
            <p:cNvSpPr/>
            <p:nvPr/>
          </p:nvSpPr>
          <p:spPr>
            <a:xfrm>
              <a:off x="822960" y="2651760"/>
              <a:ext cx="2514600" cy="2286000"/>
            </a:xfrm>
            <a:prstGeom prst="roundRect">
              <a:avLst/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51560" y="2880360"/>
              <a:ext cx="548640" cy="109728"/>
            </a:xfrm>
            <a:prstGeom prst="roundRect">
              <a:avLst/>
            </a:prstGeom>
            <a:solidFill>
              <a:srgbClr val="0F1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51560" y="3154680"/>
              <a:ext cx="205740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1">
                  <a:solidFill>
                    <a:srgbClr val="54617A"/>
                  </a:solidFill>
                  <a:latin typeface="Segoe UI"/>
                </a:rPr>
                <a:t>{{ item.label }}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51560" y="3566160"/>
              <a:ext cx="2057400" cy="7315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800" b="1">
                  <a:solidFill>
                    <a:srgbClr val="0F172A"/>
                  </a:solidFill>
                  <a:latin typeface="Segoe UI"/>
                </a:rPr>
                <a:t>{{ item.value }}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4389120"/>
              <a:ext cx="205740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50" b="0">
                  <a:solidFill>
                    <a:srgbClr val="2563EB"/>
                  </a:solidFill>
                  <a:latin typeface="Segoe UI"/>
                </a:rPr>
                <a:t>{{ item.note }}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49985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</a:rPr>
              <a:t>{{ left_label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499856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1700">
                <a:solidFill>
                  <a:srgbClr val="0F172A"/>
                </a:solidFill>
                <a:latin typeface="Segoe UI"/>
              </a:rPr>
              <a:t>{{ left_items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2468880"/>
            <a:ext cx="49985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</a:rPr>
              <a:t>{{ right_label 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971800"/>
            <a:ext cx="499856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1700">
                <a:solidFill>
                  <a:srgbClr val="0F172A"/>
                </a:solidFill>
                <a:latin typeface="Segoe UI"/>
              </a:rPr>
              <a:t>{{ right_items 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ITEM"/>
          <p:cNvGrpSpPr/>
          <p:nvPr/>
        </p:nvGrpSpPr>
        <p:grpSpPr>
          <a:xfrm>
            <a:off x="822960" y="2194560"/>
            <a:ext cx="10545775" cy="667512"/>
            <a:chOff x="822960" y="2194560"/>
            <a:chExt cx="10545775" cy="667512"/>
          </a:xfrm>
        </p:grpSpPr>
        <p:sp>
          <p:nvSpPr>
            <p:cNvPr id="5" name="Oval 4"/>
            <p:cNvSpPr/>
            <p:nvPr/>
          </p:nvSpPr>
          <p:spPr>
            <a:xfrm>
              <a:off x="822960" y="2194560"/>
              <a:ext cx="658368" cy="658368"/>
            </a:xfrm>
            <a:prstGeom prst="ellipse">
              <a:avLst/>
            </a:prstGeom>
            <a:solidFill>
              <a:srgbClr val="0F1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rIns="0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Segoe UI"/>
                </a:rPr>
                <a:t>{{ item.initials }}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801368" y="2194560"/>
              <a:ext cx="420624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0F172A"/>
                  </a:solidFill>
                  <a:latin typeface="Segoe UI"/>
                </a:rPr>
                <a:t>{{ item.name }}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01368" y="2542032"/>
              <a:ext cx="420624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50" b="1">
                  <a:solidFill>
                    <a:srgbClr val="2563EB"/>
                  </a:solidFill>
                  <a:latin typeface="Segoe UI"/>
                </a:rPr>
                <a:t>{{ item.role }}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92240" y="2286000"/>
              <a:ext cx="4876495" cy="5486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50" b="0">
                  <a:solidFill>
                    <a:srgbClr val="54617A"/>
                  </a:solidFill>
                  <a:latin typeface="Segoe UI"/>
                </a:rPr>
                <a:t>{{ item.note }}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94176"/>
            <a:ext cx="1054577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ITEM"/>
          <p:cNvGrpSpPr/>
          <p:nvPr/>
        </p:nvGrpSpPr>
        <p:grpSpPr>
          <a:xfrm>
            <a:off x="822960" y="2697480"/>
            <a:ext cx="1965960" cy="2788920"/>
            <a:chOff x="822960" y="2697480"/>
            <a:chExt cx="1965960" cy="2788920"/>
          </a:xfrm>
        </p:grpSpPr>
        <p:sp>
          <p:nvSpPr>
            <p:cNvPr id="6" name="Oval 5"/>
            <p:cNvSpPr/>
            <p:nvPr/>
          </p:nvSpPr>
          <p:spPr>
            <a:xfrm>
              <a:off x="1645920" y="3566160"/>
              <a:ext cx="310896" cy="310896"/>
            </a:xfrm>
            <a:prstGeom prst="ellipse">
              <a:avLst/>
            </a:prstGeom>
            <a:solidFill>
              <a:srgbClr val="0F172A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697480"/>
              <a:ext cx="196596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400" b="1">
                  <a:solidFill>
                    <a:srgbClr val="0F172A"/>
                  </a:solidFill>
                  <a:latin typeface="Segoe UI"/>
                </a:rPr>
                <a:t>{{ item.label }}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127248"/>
              <a:ext cx="196596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200" b="1">
                  <a:solidFill>
                    <a:srgbClr val="2563EB"/>
                  </a:solidFill>
                  <a:latin typeface="Segoe UI"/>
                </a:rPr>
                <a:t>{{ item.date }}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4114800"/>
              <a:ext cx="1965960" cy="1371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150" b="0">
                  <a:solidFill>
                    <a:srgbClr val="54617A"/>
                  </a:solidFill>
                  <a:latin typeface="Segoe UI"/>
                </a:rPr>
                <a:t>{{ item.text }}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ART_SLOT"/>
          <p:cNvSpPr/>
          <p:nvPr/>
        </p:nvSpPr>
        <p:spPr>
          <a:xfrm>
            <a:off x="822960" y="2286000"/>
            <a:ext cx="10545775" cy="35661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4617A"/>
                </a:solidFill>
                <a:latin typeface="Segoe UI"/>
              </a:rPr>
              <a:t>Native chart renders here (fill.py builds it from the entry's 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5457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</a:rPr>
              <a:t>{{ takeaway 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ABLE_SLOT"/>
          <p:cNvSpPr/>
          <p:nvPr/>
        </p:nvSpPr>
        <p:spPr>
          <a:xfrm>
            <a:off x="822960" y="2286000"/>
            <a:ext cx="10545775" cy="35661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4617A"/>
                </a:solidFill>
                <a:latin typeface="Segoe UI"/>
              </a:rPr>
              <a:t>Native table renders here (fill.py builds it from the entry's columns/rows)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5457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4617A"/>
                </a:solidFill>
                <a:latin typeface="Segoe UI"/>
              </a:rPr>
              <a:t>{{ note 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10545775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4617A"/>
                </a:solidFill>
                <a:latin typeface="Segoe UI"/>
              </a:rPr>
              <a:t>{{ caption 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97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0891B2"/>
                </a:solidFill>
                <a:latin typeface="Segoe UI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180015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Segoe UI"/>
              </a:rPr>
              <a:t>{{ quote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5F7FA"/>
                </a:solidFill>
                <a:latin typeface="Segoe UI"/>
              </a:rPr>
              <a:t>{{ attribution 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749039"/>
            <a:ext cx="10545775" cy="109728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{{ heading 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743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0891B2"/>
                </a:solidFill>
                <a:latin typeface="Segoe UI"/>
              </a:rPr>
              <a:t>{{ marker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5F7FA"/>
                </a:solidFill>
                <a:latin typeface="Segoe UI"/>
              </a:rPr>
              <a:t>{{ note 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783080"/>
            <a:ext cx="10545775" cy="155448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{{ closing_statement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891B2"/>
                </a:solidFill>
                <a:latin typeface="Segoe U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4577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1900">
                <a:solidFill>
                  <a:srgbClr val="F5F7FA"/>
                </a:solidFill>
                <a:latin typeface="Segoe UI"/>
              </a:rPr>
              <a:t>{{ next_steps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