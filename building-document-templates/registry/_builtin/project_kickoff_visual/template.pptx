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7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37.xml" ContentType="application/vnd.openxmlformats-officedocument.presentationml.slide+xml"/>
  <Override PartName="/ppt/slides/slide3.xml" ContentType="application/vnd.openxmlformats-officedocument.presentationml.slide+xml"/>
  <Override PartName="/ppt/slides/slide39.xml" ContentType="application/vnd.openxmlformats-officedocument.presentationml.slide+xml"/>
  <Override PartName="/ppt/slides/slide51.xml" ContentType="application/vnd.openxmlformats-officedocument.presentationml.slide+xml"/>
  <Override PartName="/ppt/slides/slide58.xml" ContentType="application/vnd.openxmlformats-officedocument.presentationml.slide+xml"/>
  <Override PartName="/ppt/slides/slide7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910" r:id="rId2"/>
    <p:sldMasterId id="2147484021" r:id="rId5"/>
    <p:sldMasterId id="2147483954" r:id="rId6"/>
    <p:sldMasterId id="2147483977" r:id="rId8"/>
  </p:sldMasterIdLst>
  <p:notesMasterIdLst>
    <p:notesMasterId r:id="rId157"/>
  </p:notesMasterIdLst>
  <p:handoutMasterIdLst>
    <p:handoutMasterId r:id="rId158"/>
  </p:handoutMasterIdLst>
  <p:sldIdLst>
    <p:sldId id="4343" r:id="rId12"/>
    <p:sldId id="4203" r:id="rId16"/>
    <p:sldId id="4254" r:id="rId48"/>
    <p:sldId id="4232" r:id="rId67"/>
    <p:sldId id="4272" r:id="rId93"/>
    <p:sldId id="4281" r:id="rId102"/>
    <p:sldId id="4323" r:id="rId60"/>
    <p:sldId id="4338" r:id="rId14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of Templates" id="{9554B1B4-C7CA-C74F-8861-BF2A34BB2D4F}">
          <p14:sldIdLst>
            <p14:sldId id="4342"/>
            <p14:sldId id="4340"/>
            <p14:sldId id="4343"/>
          </p14:sldIdLst>
        </p14:section>
        <p14:section name="Agenda/Next Steps" id="{2D5FD0DA-43EC-44C5-BD21-5BED051E8F80}">
          <p14:sldIdLst>
            <p14:sldId id="4200"/>
            <p14:sldId id="4201"/>
            <p14:sldId id="4202"/>
            <p14:sldId id="4203"/>
            <p14:sldId id="4204"/>
            <p14:sldId id="4205"/>
            <p14:sldId id="4206"/>
            <p14:sldId id="4207"/>
            <p14:sldId id="4208"/>
            <p14:sldId id="4209"/>
            <p14:sldId id="4210"/>
            <p14:sldId id="4319"/>
            <p14:sldId id="4211"/>
            <p14:sldId id="4212"/>
            <p14:sldId id="4213"/>
            <p14:sldId id="4225"/>
            <p14:sldId id="4321"/>
            <p14:sldId id="4214"/>
            <p14:sldId id="4215"/>
          </p14:sldIdLst>
        </p14:section>
        <p14:section name="Team Slides" id="{CF1E1CFD-7726-44A2-B1F2-3A336EA31D75}">
          <p14:sldIdLst>
            <p14:sldId id="4216"/>
            <p14:sldId id="4217"/>
            <p14:sldId id="4218"/>
            <p14:sldId id="4219"/>
            <p14:sldId id="4222"/>
            <p14:sldId id="4223"/>
            <p14:sldId id="4220"/>
            <p14:sldId id="4221"/>
          </p14:sldIdLst>
        </p14:section>
        <p14:section name="Problem Slides" id="{C52B8A4D-807B-4438-9D7A-2CF546DC05C5}">
          <p14:sldIdLst>
            <p14:sldId id="4246"/>
            <p14:sldId id="4247"/>
            <p14:sldId id="4248"/>
            <p14:sldId id="4249"/>
            <p14:sldId id="4250"/>
            <p14:sldId id="4251"/>
            <p14:sldId id="4252"/>
          </p14:sldIdLst>
        </p14:section>
        <p14:section name="Solution | Objective Slides" id="{CE5B4AF9-4906-415A-87D8-D7D206631E98}">
          <p14:sldIdLst>
            <p14:sldId id="4253"/>
            <p14:sldId id="4254"/>
            <p14:sldId id="4320"/>
            <p14:sldId id="4255"/>
            <p14:sldId id="4256"/>
            <p14:sldId id="4257"/>
            <p14:sldId id="4258"/>
            <p14:sldId id="4259"/>
            <p14:sldId id="4260"/>
            <p14:sldId id="4332"/>
          </p14:sldIdLst>
        </p14:section>
        <p14:section name="General Content" id="{785B3DD6-DF8D-419D-A054-C74EFC1580AF}">
          <p14:sldIdLst>
            <p14:sldId id="4224"/>
            <p14:sldId id="4322"/>
            <p14:sldId id="4226"/>
            <p14:sldId id="4323"/>
            <p14:sldId id="4227"/>
            <p14:sldId id="4324"/>
            <p14:sldId id="4228"/>
            <p14:sldId id="4229"/>
            <p14:sldId id="4230"/>
            <p14:sldId id="4231"/>
            <p14:sldId id="4232"/>
            <p14:sldId id="4233"/>
            <p14:sldId id="4234"/>
            <p14:sldId id="4235"/>
            <p14:sldId id="4236"/>
            <p14:sldId id="4237"/>
            <p14:sldId id="4238"/>
            <p14:sldId id="4239"/>
            <p14:sldId id="4240"/>
            <p14:sldId id="4241"/>
            <p14:sldId id="4242"/>
            <p14:sldId id="4243"/>
            <p14:sldId id="4244"/>
            <p14:sldId id="4245"/>
          </p14:sldIdLst>
        </p14:section>
        <p14:section name="Insight Slides" id="{FBCD03F6-5A9C-435D-86B1-6C278845070B}">
          <p14:sldIdLst>
            <p14:sldId id="4261"/>
            <p14:sldId id="4262"/>
            <p14:sldId id="4263"/>
            <p14:sldId id="4264"/>
            <p14:sldId id="4265"/>
            <p14:sldId id="4266"/>
            <p14:sldId id="4267"/>
            <p14:sldId id="4325"/>
            <p14:sldId id="4268"/>
            <p14:sldId id="4326"/>
          </p14:sldIdLst>
        </p14:section>
        <p14:section name="Approach | Roadmap Slides" id="{75B37634-ADF2-4546-A059-FF40D334DD1A}">
          <p14:sldIdLst>
            <p14:sldId id="4271"/>
            <p14:sldId id="4270"/>
            <p14:sldId id="4272"/>
            <p14:sldId id="4273"/>
            <p14:sldId id="4274"/>
            <p14:sldId id="4275"/>
            <p14:sldId id="4276"/>
            <p14:sldId id="4277"/>
            <p14:sldId id="4278"/>
            <p14:sldId id="4279"/>
            <p14:sldId id="4280"/>
            <p14:sldId id="4281"/>
            <p14:sldId id="4282"/>
            <p14:sldId id="4283"/>
            <p14:sldId id="4284"/>
            <p14:sldId id="4285"/>
            <p14:sldId id="4286"/>
            <p14:sldId id="4287"/>
            <p14:sldId id="4288"/>
            <p14:sldId id="4289"/>
            <p14:sldId id="4290"/>
            <p14:sldId id="4291"/>
            <p14:sldId id="4292"/>
            <p14:sldId id="4293"/>
            <p14:sldId id="4294"/>
            <p14:sldId id="4295"/>
            <p14:sldId id="4296"/>
            <p14:sldId id="4297"/>
            <p14:sldId id="4298"/>
            <p14:sldId id="4299"/>
            <p14:sldId id="4300"/>
            <p14:sldId id="4334"/>
            <p14:sldId id="4301"/>
            <p14:sldId id="4333"/>
            <p14:sldId id="4330"/>
            <p14:sldId id="4302"/>
            <p14:sldId id="4303"/>
            <p14:sldId id="4304"/>
            <p14:sldId id="4306"/>
            <p14:sldId id="4335"/>
            <p14:sldId id="4305"/>
            <p14:sldId id="4307"/>
            <p14:sldId id="4336"/>
            <p14:sldId id="4308"/>
            <p14:sldId id="4309"/>
            <p14:sldId id="4310"/>
          </p14:sldIdLst>
        </p14:section>
        <p14:section name="Comparison Slides" id="{0356D0E2-34A1-4E08-824E-5E7AFF3DC2C5}">
          <p14:sldIdLst>
            <p14:sldId id="4312"/>
            <p14:sldId id="4313"/>
            <p14:sldId id="4314"/>
            <p14:sldId id="4315"/>
            <p14:sldId id="4316"/>
            <p14:sldId id="4317"/>
            <p14:sldId id="4318"/>
            <p14:sldId id="4331"/>
            <p14:sldId id="4337"/>
            <p14:sldId id="4338"/>
          </p14:sldIdLst>
        </p14:section>
        <p14:section name="Regional Slides" id="{914D7C30-4E9C-4BE7-B628-865275FD3E50}">
          <p14:sldIdLst>
            <p14:sldId id="4176"/>
            <p14:sldId id="4177"/>
            <p14:sldId id="4178"/>
            <p14:sldId id="4179"/>
            <p14:sldId id="4180"/>
            <p14:sldId id="4183"/>
            <p14:sldId id="4186"/>
            <p14:sldId id="4198"/>
            <p14:sldId id="4189"/>
            <p14:sldId id="41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2903" userDrawn="1">
          <p15:clr>
            <a:srgbClr val="A4A3A4"/>
          </p15:clr>
        </p15:guide>
        <p15:guide id="3" orient="horz" pos="985" userDrawn="1">
          <p15:clr>
            <a:srgbClr val="A4A3A4"/>
          </p15:clr>
        </p15:guide>
        <p15:guide id="4" orient="horz" pos="5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42"/>
    <a:srgbClr val="F0F0F0"/>
    <a:srgbClr val="8C9EC0"/>
    <a:srgbClr val="4E67C8"/>
    <a:srgbClr val="FCFCFC"/>
    <a:srgbClr val="5ABFC1"/>
    <a:srgbClr val="0F6889"/>
    <a:srgbClr val="D6D6D6"/>
    <a:srgbClr val="3A989A"/>
    <a:srgbClr val="5A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62"/>
      </p:cViewPr>
      <p:guideLst>
        <p:guide orient="horz" pos="3026"/>
        <p:guide pos="2903"/>
        <p:guide orient="horz" pos="985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8" Type="http://schemas.openxmlformats.org/officeDocument/2006/relationships/slideMaster" Target="slideMasters/slideMaster8.xml"/><Relationship Id="rId12" Type="http://schemas.openxmlformats.org/officeDocument/2006/relationships/slide" Target="slides/slide3.xml"/><Relationship Id="rId16" Type="http://schemas.openxmlformats.org/officeDocument/2006/relationships/slide" Target="slides/slide7.xml"/><Relationship Id="rId48" Type="http://schemas.openxmlformats.org/officeDocument/2006/relationships/slide" Target="slides/slide39.xml"/><Relationship Id="rId60" Type="http://schemas.openxmlformats.org/officeDocument/2006/relationships/slide" Target="slides/slide51.xml"/><Relationship Id="rId67" Type="http://schemas.openxmlformats.org/officeDocument/2006/relationships/slide" Target="slides/slide58.xml"/><Relationship Id="rId93" Type="http://schemas.openxmlformats.org/officeDocument/2006/relationships/slide" Target="slides/slide84.xml"/><Relationship Id="rId102" Type="http://schemas.openxmlformats.org/officeDocument/2006/relationships/slide" Target="slides/slide93.xml"/><Relationship Id="rId146" Type="http://schemas.openxmlformats.org/officeDocument/2006/relationships/slide" Target="slides/slide137.xml"/><Relationship Id="rId157" Type="http://schemas.openxmlformats.org/officeDocument/2006/relationships/notesMaster" Target="notesMasters/notesMaster1.xml"/><Relationship Id="rId158" Type="http://schemas.openxmlformats.org/officeDocument/2006/relationships/handoutMaster" Target="handoutMasters/handout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3543C3-9724-C480-AC59-B2589875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3F85-C0DC-BADA-9B3B-ECFCE0B70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708F-F928-44AA-9E39-1CE5E6A29F2F}" type="datetimeFigureOut">
              <a:rPr lang="en-ZA" smtClean="0"/>
              <a:t>2024/11/13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2E257-7195-6A8E-85E9-C48F5AD42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EBDCC-6173-8516-2DF1-2FAC914FA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4EB0-C377-4C06-81F2-16EBF9E3B7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04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D2789-A930-6040-B61A-9605A076CE6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2BC6D-189C-F049-B140-9C4F18CB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0.png"/><Relationship Id="rId3" Type="http://schemas.microsoft.com/office/2007/relationships/hdphoto" Target="../media/hdphoto2.wdp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1.png"/><Relationship Id="rId3" Type="http://schemas.openxmlformats.org/officeDocument/2006/relationships/image" Target="../media/image72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9CFB34-EC96-7AE6-146A-8927D27DA6E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0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026" name="Picture 2" descr="Design Technology Network background. Connection Concept 10829959 PNG">
            <a:extLst>
              <a:ext uri="{FF2B5EF4-FFF2-40B4-BE49-F238E27FC236}">
                <a16:creationId xmlns:a16="http://schemas.microsoft.com/office/drawing/2014/main" id="{0A4E9E44-11ED-1240-B757-D3B38306C9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84321">
            <a:off x="218918" y="-345234"/>
            <a:ext cx="4646022" cy="486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80127549-B43C-DB67-7645-5962C1DFC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2688" y="3837472"/>
            <a:ext cx="5179392" cy="369516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1A00A2BD-4517-B753-9DB8-B09BFAC05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688" y="2851321"/>
            <a:ext cx="5179392" cy="901620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DD297E45-A25E-7B6B-632A-9C5539DF682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813545" y="4272738"/>
            <a:ext cx="1208535" cy="169277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D6F36A-0DCA-D000-C9B4-CBB6886CBD1D}"/>
              </a:ext>
            </a:extLst>
          </p:cNvPr>
          <p:cNvSpPr txBox="1"/>
          <p:nvPr userDrawn="1"/>
        </p:nvSpPr>
        <p:spPr>
          <a:xfrm>
            <a:off x="0" y="4958830"/>
            <a:ext cx="5280127" cy="18466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solidFill>
                  <a:schemeClr val="bg1"/>
                </a:solidFill>
                <a:latin typeface="Arial Nova" panose="020B0504020202020204" pitchFamily="34" charset="0"/>
              </a:rPr>
              <a:t>© </a:t>
            </a:r>
            <a:r>
              <a:rPr lang="en-ZA" sz="600">
                <a:solidFill>
                  <a:schemeClr val="bg1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  <a:endParaRPr lang="en-US" sz="600" b="0" i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3767B03-F37E-EC43-E4CD-AECBB9426D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518" r="16809"/>
          <a:stretch/>
        </p:blipFill>
        <p:spPr>
          <a:xfrm>
            <a:off x="6543039" y="78394"/>
            <a:ext cx="2262587" cy="110688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2F8A247-6B77-0B9A-71E9-783BAE3923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31412" y="995404"/>
            <a:ext cx="3074525" cy="12605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2DB35D6-7A7E-2112-2A4E-707D403C7DEE}"/>
              </a:ext>
            </a:extLst>
          </p:cNvPr>
          <p:cNvGrpSpPr/>
          <p:nvPr userDrawn="1"/>
        </p:nvGrpSpPr>
        <p:grpSpPr>
          <a:xfrm>
            <a:off x="189110" y="342892"/>
            <a:ext cx="4226570" cy="3236856"/>
            <a:chOff x="196367" y="154210"/>
            <a:chExt cx="4226570" cy="3236856"/>
          </a:xfrm>
          <a:solidFill>
            <a:srgbClr val="0E2042"/>
          </a:solidFill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0E05391-5F3C-5659-54C7-2C5D2B6ABB48}"/>
                </a:ext>
              </a:extLst>
            </p:cNvPr>
            <p:cNvGrpSpPr/>
            <p:nvPr userDrawn="1"/>
          </p:nvGrpSpPr>
          <p:grpSpPr>
            <a:xfrm>
              <a:off x="196367" y="154210"/>
              <a:ext cx="4226570" cy="3236856"/>
              <a:chOff x="546887" y="375190"/>
              <a:chExt cx="4226570" cy="3236856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414B674-9508-3ED4-D5BD-957FAC86847F}"/>
                  </a:ext>
                </a:extLst>
              </p:cNvPr>
              <p:cNvGrpSpPr/>
              <p:nvPr userDrawn="1"/>
            </p:nvGrpSpPr>
            <p:grpSpPr>
              <a:xfrm>
                <a:off x="552602" y="915103"/>
                <a:ext cx="1260000" cy="1080000"/>
                <a:chOff x="1693154" y="1419538"/>
                <a:chExt cx="1260000" cy="1080000"/>
              </a:xfrm>
              <a:grpFill/>
            </p:grpSpPr>
            <p:sp>
              <p:nvSpPr>
                <p:cNvPr id="2" name="Hexagon 1">
                  <a:extLst>
                    <a:ext uri="{FF2B5EF4-FFF2-40B4-BE49-F238E27FC236}">
                      <a16:creationId xmlns:a16="http://schemas.microsoft.com/office/drawing/2014/main" id="{AA308FE7-EA59-82CC-CBAB-488FAA00C30E}"/>
                    </a:ext>
                  </a:extLst>
                </p:cNvPr>
                <p:cNvSpPr/>
                <p:nvPr userDrawn="1"/>
              </p:nvSpPr>
              <p:spPr>
                <a:xfrm>
                  <a:off x="1693154" y="1419538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4" name="Hexagon 3">
                  <a:extLst>
                    <a:ext uri="{FF2B5EF4-FFF2-40B4-BE49-F238E27FC236}">
                      <a16:creationId xmlns:a16="http://schemas.microsoft.com/office/drawing/2014/main" id="{8536C7E7-54AA-8600-963E-DC4E8F3F7866}"/>
                    </a:ext>
                  </a:extLst>
                </p:cNvPr>
                <p:cNvSpPr/>
                <p:nvPr userDrawn="1"/>
              </p:nvSpPr>
              <p:spPr>
                <a:xfrm>
                  <a:off x="1783154" y="1509538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7411F78-E645-081D-9D6E-F2D8CE18F572}"/>
                  </a:ext>
                </a:extLst>
              </p:cNvPr>
              <p:cNvGrpSpPr/>
              <p:nvPr userDrawn="1"/>
            </p:nvGrpSpPr>
            <p:grpSpPr>
              <a:xfrm>
                <a:off x="1534806" y="1454628"/>
                <a:ext cx="1260000" cy="1080000"/>
                <a:chOff x="1624574" y="1377628"/>
                <a:chExt cx="1260000" cy="1080000"/>
              </a:xfrm>
              <a:grpFill/>
            </p:grpSpPr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B5330D00-108A-5E3C-2385-4EE190F27676}"/>
                    </a:ext>
                  </a:extLst>
                </p:cNvPr>
                <p:cNvSpPr/>
                <p:nvPr userDrawn="1"/>
              </p:nvSpPr>
              <p:spPr>
                <a:xfrm>
                  <a:off x="1624574" y="1377628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9" name="Hexagon 8">
                  <a:extLst>
                    <a:ext uri="{FF2B5EF4-FFF2-40B4-BE49-F238E27FC236}">
                      <a16:creationId xmlns:a16="http://schemas.microsoft.com/office/drawing/2014/main" id="{A6191A22-72C7-C0DE-C930-911B0D20235D}"/>
                    </a:ext>
                  </a:extLst>
                </p:cNvPr>
                <p:cNvSpPr/>
                <p:nvPr userDrawn="1"/>
              </p:nvSpPr>
              <p:spPr>
                <a:xfrm>
                  <a:off x="1714574" y="1467628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C2790F3-A224-854B-F0FD-54042BB56A5C}"/>
                  </a:ext>
                </a:extLst>
              </p:cNvPr>
              <p:cNvGrpSpPr/>
              <p:nvPr userDrawn="1"/>
            </p:nvGrpSpPr>
            <p:grpSpPr>
              <a:xfrm>
                <a:off x="546887" y="1994671"/>
                <a:ext cx="1260000" cy="1080000"/>
                <a:chOff x="1687439" y="1352863"/>
                <a:chExt cx="1260000" cy="1080000"/>
              </a:xfrm>
              <a:grpFill/>
            </p:grpSpPr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9A398A0D-0603-8885-9FD0-7225C7C428BA}"/>
                    </a:ext>
                  </a:extLst>
                </p:cNvPr>
                <p:cNvSpPr/>
                <p:nvPr userDrawn="1"/>
              </p:nvSpPr>
              <p:spPr>
                <a:xfrm>
                  <a:off x="1687439" y="1352863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12" name="Hexagon 11">
                  <a:extLst>
                    <a:ext uri="{FF2B5EF4-FFF2-40B4-BE49-F238E27FC236}">
                      <a16:creationId xmlns:a16="http://schemas.microsoft.com/office/drawing/2014/main" id="{A47BD974-B3CE-2B55-AECB-58632BB34AFB}"/>
                    </a:ext>
                  </a:extLst>
                </p:cNvPr>
                <p:cNvSpPr/>
                <p:nvPr userDrawn="1"/>
              </p:nvSpPr>
              <p:spPr>
                <a:xfrm>
                  <a:off x="1777439" y="1442863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7A1A141-0FF0-6EFF-B4DF-57780FB2CE31}"/>
                  </a:ext>
                </a:extLst>
              </p:cNvPr>
              <p:cNvGrpSpPr/>
              <p:nvPr userDrawn="1"/>
            </p:nvGrpSpPr>
            <p:grpSpPr>
              <a:xfrm>
                <a:off x="1535260" y="375190"/>
                <a:ext cx="1260000" cy="1080000"/>
                <a:chOff x="1628384" y="1440493"/>
                <a:chExt cx="1260000" cy="1080000"/>
              </a:xfrm>
              <a:grpFill/>
            </p:grpSpPr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822C50B0-9E6B-1110-2E43-01C88E49D652}"/>
                    </a:ext>
                  </a:extLst>
                </p:cNvPr>
                <p:cNvSpPr/>
                <p:nvPr userDrawn="1"/>
              </p:nvSpPr>
              <p:spPr>
                <a:xfrm>
                  <a:off x="1628384" y="1440493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15" name="Hexagon 14">
                  <a:extLst>
                    <a:ext uri="{FF2B5EF4-FFF2-40B4-BE49-F238E27FC236}">
                      <a16:creationId xmlns:a16="http://schemas.microsoft.com/office/drawing/2014/main" id="{FC8847BC-4B7F-3571-DCA2-340EE7822195}"/>
                    </a:ext>
                  </a:extLst>
                </p:cNvPr>
                <p:cNvSpPr/>
                <p:nvPr userDrawn="1"/>
              </p:nvSpPr>
              <p:spPr>
                <a:xfrm>
                  <a:off x="1718384" y="1530493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C271DF9-10DC-796A-F072-BD701DC32225}"/>
                  </a:ext>
                </a:extLst>
              </p:cNvPr>
              <p:cNvGrpSpPr/>
              <p:nvPr userDrawn="1"/>
            </p:nvGrpSpPr>
            <p:grpSpPr>
              <a:xfrm>
                <a:off x="2523633" y="915624"/>
                <a:ext cx="1260000" cy="1080000"/>
                <a:chOff x="1569329" y="1408108"/>
                <a:chExt cx="1260000" cy="1080000"/>
              </a:xfrm>
              <a:grpFill/>
            </p:grpSpPr>
            <p:sp>
              <p:nvSpPr>
                <p:cNvPr id="17" name="Hexagon 16">
                  <a:extLst>
                    <a:ext uri="{FF2B5EF4-FFF2-40B4-BE49-F238E27FC236}">
                      <a16:creationId xmlns:a16="http://schemas.microsoft.com/office/drawing/2014/main" id="{B7026CA0-A233-2A7F-3FD4-F1DA289520B8}"/>
                    </a:ext>
                  </a:extLst>
                </p:cNvPr>
                <p:cNvSpPr/>
                <p:nvPr userDrawn="1"/>
              </p:nvSpPr>
              <p:spPr>
                <a:xfrm>
                  <a:off x="1569329" y="1408108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18" name="Hexagon 17">
                  <a:extLst>
                    <a:ext uri="{FF2B5EF4-FFF2-40B4-BE49-F238E27FC236}">
                      <a16:creationId xmlns:a16="http://schemas.microsoft.com/office/drawing/2014/main" id="{F62CD91F-3316-9E4B-14CA-108E220E330B}"/>
                    </a:ext>
                  </a:extLst>
                </p:cNvPr>
                <p:cNvSpPr/>
                <p:nvPr userDrawn="1"/>
              </p:nvSpPr>
              <p:spPr>
                <a:xfrm>
                  <a:off x="1659329" y="1498108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66C3F82-E60E-8FAF-E2E9-FFB778634FA6}"/>
                  </a:ext>
                </a:extLst>
              </p:cNvPr>
              <p:cNvGrpSpPr/>
              <p:nvPr userDrawn="1"/>
            </p:nvGrpSpPr>
            <p:grpSpPr>
              <a:xfrm>
                <a:off x="1532901" y="2532046"/>
                <a:ext cx="1260000" cy="1080000"/>
                <a:chOff x="1622669" y="1305238"/>
                <a:chExt cx="1260000" cy="1080000"/>
              </a:xfrm>
              <a:grpFill/>
            </p:grpSpPr>
            <p:sp>
              <p:nvSpPr>
                <p:cNvPr id="20" name="Hexagon 19">
                  <a:extLst>
                    <a:ext uri="{FF2B5EF4-FFF2-40B4-BE49-F238E27FC236}">
                      <a16:creationId xmlns:a16="http://schemas.microsoft.com/office/drawing/2014/main" id="{03823B61-850C-B32C-AE25-924FC59A00FD}"/>
                    </a:ext>
                  </a:extLst>
                </p:cNvPr>
                <p:cNvSpPr/>
                <p:nvPr userDrawn="1"/>
              </p:nvSpPr>
              <p:spPr>
                <a:xfrm>
                  <a:off x="1622669" y="1305238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21" name="Hexagon 20">
                  <a:extLst>
                    <a:ext uri="{FF2B5EF4-FFF2-40B4-BE49-F238E27FC236}">
                      <a16:creationId xmlns:a16="http://schemas.microsoft.com/office/drawing/2014/main" id="{F1630FD0-59C6-1ED2-C6B2-02940A7BFCB2}"/>
                    </a:ext>
                  </a:extLst>
                </p:cNvPr>
                <p:cNvSpPr/>
                <p:nvPr userDrawn="1"/>
              </p:nvSpPr>
              <p:spPr>
                <a:xfrm>
                  <a:off x="1712669" y="1395238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E71EA16-C5A5-9E57-DED3-41F773DEFBF7}"/>
                  </a:ext>
                </a:extLst>
              </p:cNvPr>
              <p:cNvGrpSpPr/>
              <p:nvPr userDrawn="1"/>
            </p:nvGrpSpPr>
            <p:grpSpPr>
              <a:xfrm>
                <a:off x="2524853" y="1996852"/>
                <a:ext cx="1260000" cy="1080000"/>
                <a:chOff x="1561709" y="1339528"/>
                <a:chExt cx="1260000" cy="1080000"/>
              </a:xfrm>
              <a:grpFill/>
            </p:grpSpPr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3DA04F35-21D5-B366-D3B8-F12F3F153BD2}"/>
                    </a:ext>
                  </a:extLst>
                </p:cNvPr>
                <p:cNvSpPr/>
                <p:nvPr userDrawn="1"/>
              </p:nvSpPr>
              <p:spPr>
                <a:xfrm>
                  <a:off x="1561709" y="1339528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24" name="Hexagon 23">
                  <a:extLst>
                    <a:ext uri="{FF2B5EF4-FFF2-40B4-BE49-F238E27FC236}">
                      <a16:creationId xmlns:a16="http://schemas.microsoft.com/office/drawing/2014/main" id="{24354F35-7C1A-EBD1-2520-66562EABE45C}"/>
                    </a:ext>
                  </a:extLst>
                </p:cNvPr>
                <p:cNvSpPr/>
                <p:nvPr userDrawn="1"/>
              </p:nvSpPr>
              <p:spPr>
                <a:xfrm>
                  <a:off x="1651709" y="1429528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76366CD-9A74-73FF-22D9-0BFE1B2162A7}"/>
                  </a:ext>
                </a:extLst>
              </p:cNvPr>
              <p:cNvGrpSpPr/>
              <p:nvPr userDrawn="1"/>
            </p:nvGrpSpPr>
            <p:grpSpPr>
              <a:xfrm>
                <a:off x="3513457" y="1456058"/>
                <a:ext cx="1260000" cy="1080000"/>
                <a:chOff x="1508369" y="1375723"/>
                <a:chExt cx="1260000" cy="1080000"/>
              </a:xfrm>
              <a:grpFill/>
            </p:grpSpPr>
            <p:sp>
              <p:nvSpPr>
                <p:cNvPr id="26" name="Hexagon 25">
                  <a:extLst>
                    <a:ext uri="{FF2B5EF4-FFF2-40B4-BE49-F238E27FC236}">
                      <a16:creationId xmlns:a16="http://schemas.microsoft.com/office/drawing/2014/main" id="{A0E03784-BC0D-219F-08B8-982153CFB90B}"/>
                    </a:ext>
                  </a:extLst>
                </p:cNvPr>
                <p:cNvSpPr/>
                <p:nvPr userDrawn="1"/>
              </p:nvSpPr>
              <p:spPr>
                <a:xfrm>
                  <a:off x="1508369" y="1375723"/>
                  <a:ext cx="1260000" cy="108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27" name="Hexagon 26">
                  <a:extLst>
                    <a:ext uri="{FF2B5EF4-FFF2-40B4-BE49-F238E27FC236}">
                      <a16:creationId xmlns:a16="http://schemas.microsoft.com/office/drawing/2014/main" id="{554BBDED-54A2-A2B3-B5D5-231298A824F7}"/>
                    </a:ext>
                  </a:extLst>
                </p:cNvPr>
                <p:cNvSpPr/>
                <p:nvPr userDrawn="1"/>
              </p:nvSpPr>
              <p:spPr>
                <a:xfrm>
                  <a:off x="1598369" y="1465723"/>
                  <a:ext cx="1080000" cy="900000"/>
                </a:xfrm>
                <a:prstGeom prst="hexagon">
                  <a:avLst/>
                </a:prstGeom>
                <a:grpFill/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</p:grp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7D8C26E-04C6-D529-FD3F-A75EB37D2E6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1892901" y="2805864"/>
                <a:ext cx="540000" cy="540000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129C4EB2-0CB8-F697-8FBA-00E7546C392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lum bright="70000" contrast="-70000"/>
              </a:blip>
              <a:stretch>
                <a:fillRect/>
              </a:stretch>
            </p:blipFill>
            <p:spPr>
              <a:xfrm>
                <a:off x="1897032" y="643281"/>
                <a:ext cx="540000" cy="540000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52071565-A0D8-C5D1-C435-2067880D1A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>
                <a:lum bright="70000" contrast="-70000"/>
              </a:blip>
              <a:stretch>
                <a:fillRect/>
              </a:stretch>
            </p:blipFill>
            <p:spPr>
              <a:xfrm>
                <a:off x="903713" y="1185103"/>
                <a:ext cx="540000" cy="540000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7D3AD3A8-A36B-8A16-9DFD-B3A5A530A9F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lum bright="70000" contrast="-70000"/>
              </a:blip>
              <a:stretch>
                <a:fillRect/>
              </a:stretch>
            </p:blipFill>
            <p:spPr>
              <a:xfrm>
                <a:off x="2884853" y="2269121"/>
                <a:ext cx="540000" cy="535461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58BAB54A-63BD-1BEA-5D1E-7E6594F879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lum bright="70000" contrast="-70000"/>
              </a:blip>
              <a:stretch>
                <a:fillRect/>
              </a:stretch>
            </p:blipFill>
            <p:spPr>
              <a:xfrm>
                <a:off x="3873457" y="1722723"/>
                <a:ext cx="540000" cy="540000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AB81845-23AB-6282-0F43-9D744894B5D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0">
                <a:lum bright="70000" contrast="-70000"/>
              </a:blip>
              <a:stretch>
                <a:fillRect/>
              </a:stretch>
            </p:blipFill>
            <p:spPr>
              <a:xfrm>
                <a:off x="1885966" y="1688476"/>
                <a:ext cx="540000" cy="540000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BADF5B45-B780-336B-2B9C-351FBF3D00D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lum bright="70000" contrast="-70000"/>
              </a:blip>
              <a:stretch>
                <a:fillRect/>
              </a:stretch>
            </p:blipFill>
            <p:spPr>
              <a:xfrm>
                <a:off x="875079" y="2262919"/>
                <a:ext cx="542591" cy="536494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E883D49-1FB2-C5C9-25DB-B6D9D54D0E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70000" contrast="-70000"/>
            </a:blip>
            <a:stretch>
              <a:fillRect/>
            </a:stretch>
          </p:blipFill>
          <p:spPr>
            <a:xfrm>
              <a:off x="2541953" y="971508"/>
              <a:ext cx="540000" cy="540000"/>
            </a:xfrm>
            <a:prstGeom prst="rect">
              <a:avLst/>
            </a:prstGeom>
            <a:grp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9738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E695D-4F99-C146-BF79-FFE528B4809C}"/>
              </a:ext>
            </a:extLst>
          </p:cNvPr>
          <p:cNvGrpSpPr/>
          <p:nvPr userDrawn="1"/>
        </p:nvGrpSpPr>
        <p:grpSpPr>
          <a:xfrm flipV="1">
            <a:off x="0" y="4286970"/>
            <a:ext cx="9144000" cy="141623"/>
            <a:chOff x="520454" y="1050704"/>
            <a:chExt cx="4054940" cy="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58183E-5C47-D298-646D-CB93ACA21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0454" y="1050704"/>
              <a:ext cx="1357460" cy="0"/>
            </a:xfrm>
            <a:prstGeom prst="line">
              <a:avLst/>
            </a:prstGeom>
            <a:ln w="38100">
              <a:solidFill>
                <a:srgbClr val="C726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EA0A87-0449-055D-E76B-A661A896B095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22" y="1050704"/>
              <a:ext cx="1357460" cy="0"/>
            </a:xfrm>
            <a:prstGeom prst="line">
              <a:avLst/>
            </a:prstGeom>
            <a:ln w="38100">
              <a:solidFill>
                <a:srgbClr val="0163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D460E2-5D46-0336-41F2-9BE4D7156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17934" y="1050704"/>
              <a:ext cx="1357460" cy="0"/>
            </a:xfrm>
            <a:prstGeom prst="line">
              <a:avLst/>
            </a:prstGeom>
            <a:ln w="38100">
              <a:solidFill>
                <a:srgbClr val="039A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49D9D4-B55A-CD82-D145-55AFC555EED1}"/>
              </a:ext>
            </a:extLst>
          </p:cNvPr>
          <p:cNvSpPr txBox="1"/>
          <p:nvPr userDrawn="1"/>
        </p:nvSpPr>
        <p:spPr>
          <a:xfrm>
            <a:off x="-75491" y="4886274"/>
            <a:ext cx="528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latin typeface="Arial Nova" panose="020B0504020202020204" pitchFamily="34" charset="0"/>
              </a:rPr>
              <a:t>© </a:t>
            </a:r>
            <a:r>
              <a:rPr lang="en-ZA" sz="600"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</a:p>
          <a:p>
            <a:pPr algn="ctr"/>
            <a:endParaRPr lang="en-US" sz="600" b="0" i="0">
              <a:latin typeface="Arial Nova" panose="020B050402020202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84D8DE-0F3C-3448-710F-257AF8666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32" y="2776923"/>
            <a:ext cx="2346446" cy="723007"/>
          </a:xfrm>
          <a:prstGeom prst="rect">
            <a:avLst/>
          </a:prstGeom>
        </p:spPr>
      </p:pic>
      <p:pic>
        <p:nvPicPr>
          <p:cNvPr id="3" name="Picture 2" descr="A close-up of letters&#10;&#10;Description automatically generated">
            <a:extLst>
              <a:ext uri="{FF2B5EF4-FFF2-40B4-BE49-F238E27FC236}">
                <a16:creationId xmlns:a16="http://schemas.microsoft.com/office/drawing/2014/main" id="{BACC714E-98BC-C805-4162-E1CC41C69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624" y="806875"/>
            <a:ext cx="4393170" cy="1509502"/>
          </a:xfrm>
          <a:prstGeom prst="rect">
            <a:avLst/>
          </a:prstGeom>
        </p:spPr>
      </p:pic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82B7581-E571-347F-1E00-A7DD06380CEB}"/>
              </a:ext>
            </a:extLst>
          </p:cNvPr>
          <p:cNvSpPr txBox="1">
            <a:spLocks/>
          </p:cNvSpPr>
          <p:nvPr userDrawn="1"/>
        </p:nvSpPr>
        <p:spPr>
          <a:xfrm>
            <a:off x="588282" y="3625944"/>
            <a:ext cx="8053210" cy="268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>
                <a:solidFill>
                  <a:schemeClr val="tx1"/>
                </a:solidFill>
              </a:rPr>
              <a:t>Company address  |  Contact  |  Website</a:t>
            </a:r>
            <a:r>
              <a:rPr lang="en-GB" sz="1100">
                <a:solidFill>
                  <a:schemeClr val="accent5"/>
                </a:solidFill>
              </a:rPr>
              <a:t> |      </a:t>
            </a:r>
            <a:r>
              <a:rPr lang="en-GB" sz="1100">
                <a:solidFill>
                  <a:schemeClr val="tx1"/>
                </a:solidFill>
              </a:rPr>
              <a:t/>
            </a:r>
            <a:r>
              <a:rPr lang="en-GB" sz="1100">
                <a:solidFill>
                  <a:schemeClr val="accent5"/>
                </a:solidFill>
              </a:rPr>
              <a:t>|</a:t>
            </a:r>
            <a:r>
              <a:rPr lang="en-GB" sz="1100">
                <a:solidFill>
                  <a:schemeClr val="tx1"/>
                </a:solidFill>
              </a:rPr>
              <a:t/>
            </a:r>
          </a:p>
          <a:p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3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1BFAB5-CE56-DEE1-C814-5CE30D79A169}"/>
              </a:ext>
            </a:extLst>
          </p:cNvPr>
          <p:cNvSpPr/>
          <p:nvPr userDrawn="1"/>
        </p:nvSpPr>
        <p:spPr>
          <a:xfrm>
            <a:off x="0" y="0"/>
            <a:ext cx="510315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Century Gothic" panose="020B0502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CB208-B11E-4B8D-8E79-43A26BB8ACB9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019865" y="309017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6CB5345-4757-591D-2A9F-F091DF0D07D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019865" y="1090358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F7556D-D470-3534-68E4-C38CE5E053E8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2019865" y="1871699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E30979-C44F-3AC1-591D-A168BD9593B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2019865" y="2653040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3BDA131-8E11-825F-EF05-C09F7F607BFA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019865" y="3434381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24C37D1-5B36-7911-C402-DAF06A0FD82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2019865" y="4215721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Half Frame 17">
            <a:extLst>
              <a:ext uri="{FF2B5EF4-FFF2-40B4-BE49-F238E27FC236}">
                <a16:creationId xmlns:a16="http://schemas.microsoft.com/office/drawing/2014/main" id="{1E291D02-2AAB-0FF9-DE01-A5CBCFF2D9B7}"/>
              </a:ext>
            </a:extLst>
          </p:cNvPr>
          <p:cNvSpPr/>
          <p:nvPr userDrawn="1"/>
        </p:nvSpPr>
        <p:spPr>
          <a:xfrm rot="18923341">
            <a:off x="1648806" y="361619"/>
            <a:ext cx="540000" cy="540000"/>
          </a:xfrm>
          <a:prstGeom prst="halfFram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Half Frame 18">
            <a:extLst>
              <a:ext uri="{FF2B5EF4-FFF2-40B4-BE49-F238E27FC236}">
                <a16:creationId xmlns:a16="http://schemas.microsoft.com/office/drawing/2014/main" id="{ED448313-27B9-AC61-FDDF-BF780935574C}"/>
              </a:ext>
            </a:extLst>
          </p:cNvPr>
          <p:cNvSpPr/>
          <p:nvPr userDrawn="1"/>
        </p:nvSpPr>
        <p:spPr>
          <a:xfrm rot="18923341">
            <a:off x="1648806" y="1130004"/>
            <a:ext cx="540000" cy="540000"/>
          </a:xfrm>
          <a:prstGeom prst="half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Half Frame 19">
            <a:extLst>
              <a:ext uri="{FF2B5EF4-FFF2-40B4-BE49-F238E27FC236}">
                <a16:creationId xmlns:a16="http://schemas.microsoft.com/office/drawing/2014/main" id="{976D59D5-5360-9113-ABF9-83FCDB7AA642}"/>
              </a:ext>
            </a:extLst>
          </p:cNvPr>
          <p:cNvSpPr/>
          <p:nvPr userDrawn="1"/>
        </p:nvSpPr>
        <p:spPr>
          <a:xfrm rot="18923341">
            <a:off x="1648807" y="1913986"/>
            <a:ext cx="540000" cy="540000"/>
          </a:xfrm>
          <a:prstGeom prst="halfFram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Half Frame 20">
            <a:extLst>
              <a:ext uri="{FF2B5EF4-FFF2-40B4-BE49-F238E27FC236}">
                <a16:creationId xmlns:a16="http://schemas.microsoft.com/office/drawing/2014/main" id="{589B7C85-37B0-029A-8CED-324A5A6AC1B7}"/>
              </a:ext>
            </a:extLst>
          </p:cNvPr>
          <p:cNvSpPr/>
          <p:nvPr userDrawn="1"/>
        </p:nvSpPr>
        <p:spPr>
          <a:xfrm rot="18923341">
            <a:off x="1648806" y="2704557"/>
            <a:ext cx="540000" cy="540000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Half Frame 21">
            <a:extLst>
              <a:ext uri="{FF2B5EF4-FFF2-40B4-BE49-F238E27FC236}">
                <a16:creationId xmlns:a16="http://schemas.microsoft.com/office/drawing/2014/main" id="{1C08CA25-A164-AEF1-73A6-8895156969C4}"/>
              </a:ext>
            </a:extLst>
          </p:cNvPr>
          <p:cNvSpPr/>
          <p:nvPr userDrawn="1"/>
        </p:nvSpPr>
        <p:spPr>
          <a:xfrm rot="18923341">
            <a:off x="1648806" y="3491967"/>
            <a:ext cx="540000" cy="540000"/>
          </a:xfrm>
          <a:prstGeom prst="halfFram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Half Frame 22">
            <a:extLst>
              <a:ext uri="{FF2B5EF4-FFF2-40B4-BE49-F238E27FC236}">
                <a16:creationId xmlns:a16="http://schemas.microsoft.com/office/drawing/2014/main" id="{32F6E6CC-8B29-D9B3-6F16-E2D61AB076EB}"/>
              </a:ext>
            </a:extLst>
          </p:cNvPr>
          <p:cNvSpPr/>
          <p:nvPr userDrawn="1"/>
        </p:nvSpPr>
        <p:spPr>
          <a:xfrm rot="18923341">
            <a:off x="1648806" y="4272501"/>
            <a:ext cx="540000" cy="540000"/>
          </a:xfrm>
          <a:prstGeom prst="halfFram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1C3CC4-DF02-7BAA-0489-A0367E68F31C}"/>
              </a:ext>
            </a:extLst>
          </p:cNvPr>
          <p:cNvSpPr txBox="1"/>
          <p:nvPr userDrawn="1"/>
        </p:nvSpPr>
        <p:spPr>
          <a:xfrm>
            <a:off x="602928" y="208686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1"/>
                </a:solidFill>
                <a:latin typeface="+mj-lt"/>
              </a:rPr>
              <a:t>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EE51F-FA6D-BA5A-0AA2-DC47A3711592}"/>
              </a:ext>
            </a:extLst>
          </p:cNvPr>
          <p:cNvSpPr txBox="1"/>
          <p:nvPr userDrawn="1"/>
        </p:nvSpPr>
        <p:spPr>
          <a:xfrm>
            <a:off x="602928" y="991692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2"/>
                </a:solidFill>
                <a:latin typeface="+mj-lt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F132A4-4D81-B0C8-D8D3-DF64A40C06FB}"/>
              </a:ext>
            </a:extLst>
          </p:cNvPr>
          <p:cNvSpPr txBox="1"/>
          <p:nvPr userDrawn="1"/>
        </p:nvSpPr>
        <p:spPr>
          <a:xfrm>
            <a:off x="602928" y="1774698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3"/>
                </a:solidFill>
                <a:latin typeface="+mj-lt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AC0E6B-AB1D-2838-D22A-B352259457F7}"/>
              </a:ext>
            </a:extLst>
          </p:cNvPr>
          <p:cNvSpPr txBox="1"/>
          <p:nvPr userDrawn="1"/>
        </p:nvSpPr>
        <p:spPr>
          <a:xfrm>
            <a:off x="602928" y="2557704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4"/>
                </a:solidFill>
                <a:latin typeface="+mj-lt"/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88F08-881F-9155-4DED-BFD571CD0EBA}"/>
              </a:ext>
            </a:extLst>
          </p:cNvPr>
          <p:cNvSpPr txBox="1"/>
          <p:nvPr userDrawn="1"/>
        </p:nvSpPr>
        <p:spPr>
          <a:xfrm>
            <a:off x="602928" y="3340710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5"/>
                </a:solidFill>
                <a:latin typeface="+mj-lt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9E4180-87C0-178E-5A91-CFAFAE9307D8}"/>
              </a:ext>
            </a:extLst>
          </p:cNvPr>
          <p:cNvSpPr txBox="1"/>
          <p:nvPr userDrawn="1"/>
        </p:nvSpPr>
        <p:spPr>
          <a:xfrm>
            <a:off x="602928" y="4123716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6"/>
                </a:solidFill>
                <a:latin typeface="+mj-lt"/>
              </a:rPr>
              <a:t>06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2BA239B-83F2-D352-3519-3EE39B2FC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F53B13-6603-60E6-8FA8-77C9D418C3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506" y="1743040"/>
            <a:ext cx="3419709" cy="804783"/>
          </a:xfrm>
          <a:prstGeom prst="rect">
            <a:avLst/>
          </a:prstGeom>
        </p:spPr>
        <p:txBody>
          <a:bodyPr anchor="ctr"/>
          <a:lstStyle>
            <a:lvl1pPr algn="l"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36B575-A00F-6D45-91D8-7FF1179E5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578" y="2566963"/>
            <a:ext cx="2705468" cy="5921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C3A29-7EAE-8F93-C5D6-1AADE25D5B3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029445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EA3FA7-8624-74E0-4F52-CC501AA05A68}"/>
              </a:ext>
            </a:extLst>
          </p:cNvPr>
          <p:cNvSpPr/>
          <p:nvPr userDrawn="1"/>
        </p:nvSpPr>
        <p:spPr>
          <a:xfrm>
            <a:off x="4801919" y="529771"/>
            <a:ext cx="4108307" cy="720000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4FC001-8528-E079-7BB7-00D66B0AA366}"/>
              </a:ext>
            </a:extLst>
          </p:cNvPr>
          <p:cNvSpPr/>
          <p:nvPr userDrawn="1"/>
        </p:nvSpPr>
        <p:spPr>
          <a:xfrm>
            <a:off x="4801919" y="1368213"/>
            <a:ext cx="4108307" cy="720000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F110DC-DB3B-15C1-F21B-60FAECDE4B43}"/>
              </a:ext>
            </a:extLst>
          </p:cNvPr>
          <p:cNvSpPr/>
          <p:nvPr userDrawn="1"/>
        </p:nvSpPr>
        <p:spPr>
          <a:xfrm>
            <a:off x="4801919" y="2207308"/>
            <a:ext cx="4108307" cy="720000"/>
          </a:xfrm>
          <a:prstGeom prst="roundRect">
            <a:avLst>
              <a:gd name="adj" fmla="val 5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107B58-3776-61A6-55B7-97766F747F94}"/>
              </a:ext>
            </a:extLst>
          </p:cNvPr>
          <p:cNvSpPr/>
          <p:nvPr userDrawn="1"/>
        </p:nvSpPr>
        <p:spPr>
          <a:xfrm>
            <a:off x="4801919" y="3044444"/>
            <a:ext cx="4108307" cy="720000"/>
          </a:xfrm>
          <a:prstGeom prst="roundRect">
            <a:avLst>
              <a:gd name="adj" fmla="val 5000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AB01E3-DE17-DA09-3366-C57A8CBAAE24}"/>
              </a:ext>
            </a:extLst>
          </p:cNvPr>
          <p:cNvSpPr/>
          <p:nvPr userDrawn="1"/>
        </p:nvSpPr>
        <p:spPr>
          <a:xfrm>
            <a:off x="4801919" y="3886428"/>
            <a:ext cx="4108307" cy="720000"/>
          </a:xfrm>
          <a:prstGeom prst="roundRect">
            <a:avLst>
              <a:gd name="adj" fmla="val 5000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DF24E-4ADA-D2CF-74F3-177F337A9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028550-A90C-4406-33E1-7EC31E431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773" y="1881450"/>
            <a:ext cx="2712627" cy="393499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OBJECTIVE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DF6F36-8529-7341-1C5C-E2DDCEBFEB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6399" y="1947887"/>
            <a:ext cx="1506560" cy="150656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010BD56-E094-B304-8BCA-D3C02A53F6A6}"/>
              </a:ext>
            </a:extLst>
          </p:cNvPr>
          <p:cNvSpPr/>
          <p:nvPr userDrawn="1"/>
        </p:nvSpPr>
        <p:spPr>
          <a:xfrm>
            <a:off x="4801920" y="529771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4BFC98-5579-6F9E-784F-5FD0BC4989F5}"/>
              </a:ext>
            </a:extLst>
          </p:cNvPr>
          <p:cNvSpPr/>
          <p:nvPr userDrawn="1"/>
        </p:nvSpPr>
        <p:spPr>
          <a:xfrm>
            <a:off x="4801920" y="2206655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CB056E-DB12-0C19-BD56-DBB6B0100CDE}"/>
              </a:ext>
            </a:extLst>
          </p:cNvPr>
          <p:cNvSpPr/>
          <p:nvPr userDrawn="1"/>
        </p:nvSpPr>
        <p:spPr>
          <a:xfrm>
            <a:off x="4801920" y="3883538"/>
            <a:ext cx="720000" cy="72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6973FC-2E31-9610-7443-0B1E6E88EEBD}"/>
              </a:ext>
            </a:extLst>
          </p:cNvPr>
          <p:cNvSpPr/>
          <p:nvPr userDrawn="1"/>
        </p:nvSpPr>
        <p:spPr>
          <a:xfrm>
            <a:off x="4801920" y="3045097"/>
            <a:ext cx="720000" cy="7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1EE6DBC-5786-64D6-9B2C-74B62245D1CA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5651440" y="672451"/>
            <a:ext cx="2914692" cy="4373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D54FF9F-741A-E238-C779-2599A109D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772" y="2300201"/>
            <a:ext cx="2712627" cy="1156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51C453-232F-73CC-9226-BF1B63D876BE}"/>
              </a:ext>
            </a:extLst>
          </p:cNvPr>
          <p:cNvSpPr/>
          <p:nvPr userDrawn="1"/>
        </p:nvSpPr>
        <p:spPr>
          <a:xfrm>
            <a:off x="4801920" y="1368213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D2BECE4A-CB19-A7BC-193E-9393AF37A8C8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651439" y="1510557"/>
            <a:ext cx="2914692" cy="4373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0947773-5F3B-C740-0196-6E4DCE38D4D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651438" y="2348663"/>
            <a:ext cx="2914692" cy="4373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F8AF8BA-580A-2385-A5E8-B7C5581101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03366" y="3186769"/>
            <a:ext cx="2914692" cy="4373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F76218B-F629-F207-A986-65B4ECBA29F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703365" y="4024873"/>
            <a:ext cx="2914692" cy="4373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32626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86BCC7-E03C-BDD7-4C13-BD3E75284DAC}"/>
              </a:ext>
            </a:extLst>
          </p:cNvPr>
          <p:cNvSpPr/>
          <p:nvPr userDrawn="1"/>
        </p:nvSpPr>
        <p:spPr>
          <a:xfrm>
            <a:off x="5090160" y="1675803"/>
            <a:ext cx="4053840" cy="280475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9EB20FF-1B56-0C8A-C5C8-7777FF32B4C8}"/>
              </a:ext>
            </a:extLst>
          </p:cNvPr>
          <p:cNvSpPr/>
          <p:nvPr/>
        </p:nvSpPr>
        <p:spPr>
          <a:xfrm rot="5400000" flipH="1">
            <a:off x="1853676" y="-355076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8000F8-4753-C2AF-76A4-96C43C3EC17F}"/>
              </a:ext>
            </a:extLst>
          </p:cNvPr>
          <p:cNvSpPr/>
          <p:nvPr/>
        </p:nvSpPr>
        <p:spPr>
          <a:xfrm rot="5400000" flipH="1">
            <a:off x="1853676" y="759909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BEA50D7-E8D1-408F-01FB-84710096952B}"/>
              </a:ext>
            </a:extLst>
          </p:cNvPr>
          <p:cNvSpPr/>
          <p:nvPr/>
        </p:nvSpPr>
        <p:spPr>
          <a:xfrm rot="5400000" flipH="1">
            <a:off x="1853676" y="1874895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D30BA4-B9A3-FEFB-9B2C-852797A7B433}"/>
              </a:ext>
            </a:extLst>
          </p:cNvPr>
          <p:cNvSpPr>
            <a:spLocks noGrp="1"/>
          </p:cNvSpPr>
          <p:nvPr userDrawn="1">
            <p:ph type="body" sz="half" idx="11"/>
          </p:nvPr>
        </p:nvSpPr>
        <p:spPr>
          <a:xfrm>
            <a:off x="758596" y="1613361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95041A6-DEF3-095F-4084-63110EC7293F}"/>
              </a:ext>
            </a:extLst>
          </p:cNvPr>
          <p:cNvSpPr>
            <a:spLocks noGrp="1"/>
          </p:cNvSpPr>
          <p:nvPr userDrawn="1">
            <p:ph type="body" sz="half" idx="12"/>
          </p:nvPr>
        </p:nvSpPr>
        <p:spPr>
          <a:xfrm>
            <a:off x="758596" y="2729962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59D158B-FA4E-BBED-2CC3-7D6A645701EA}"/>
              </a:ext>
            </a:extLst>
          </p:cNvPr>
          <p:cNvSpPr>
            <a:spLocks noGrp="1"/>
          </p:cNvSpPr>
          <p:nvPr userDrawn="1">
            <p:ph type="body" sz="half" idx="13"/>
          </p:nvPr>
        </p:nvSpPr>
        <p:spPr>
          <a:xfrm>
            <a:off x="758596" y="3828454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BFE77-3A3A-5137-9077-0B5914235376}"/>
              </a:ext>
            </a:extLst>
          </p:cNvPr>
          <p:cNvSpPr txBox="1"/>
          <p:nvPr userDrawn="1"/>
        </p:nvSpPr>
        <p:spPr>
          <a:xfrm>
            <a:off x="37236" y="1639602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EEA52-3F61-CF1F-7B10-A24EE8E196F6}"/>
              </a:ext>
            </a:extLst>
          </p:cNvPr>
          <p:cNvSpPr txBox="1"/>
          <p:nvPr userDrawn="1"/>
        </p:nvSpPr>
        <p:spPr>
          <a:xfrm>
            <a:off x="37236" y="2752777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2.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0564E-88B8-F90B-40FB-1407C2722776}"/>
              </a:ext>
            </a:extLst>
          </p:cNvPr>
          <p:cNvSpPr txBox="1"/>
          <p:nvPr userDrawn="1"/>
        </p:nvSpPr>
        <p:spPr>
          <a:xfrm>
            <a:off x="37236" y="3851269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3.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79A9045-A6D3-B399-CC14-C8BCC9DA95B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49C480-566E-C44C-89BC-F7DAE43A5745}"/>
              </a:ext>
            </a:extLst>
          </p:cNvPr>
          <p:cNvCxnSpPr>
            <a:cxnSpLocks/>
          </p:cNvCxnSpPr>
          <p:nvPr userDrawn="1"/>
        </p:nvCxnSpPr>
        <p:spPr>
          <a:xfrm>
            <a:off x="2961639" y="1029579"/>
            <a:ext cx="31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333103-D328-8494-98FA-892012C9AA1B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0143" y="669014"/>
            <a:ext cx="7783713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067E52-6B57-915F-90A6-4D0F2B7D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43" y="247458"/>
            <a:ext cx="7783714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9899D64-075E-C491-30D5-75EFE08A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8516" y="1836295"/>
            <a:ext cx="3813404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28667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24500-F6AC-932C-4300-742BBE982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68241" y="4790983"/>
            <a:ext cx="692972" cy="20005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C0B3D-F1A8-089B-F927-B437614F3DDE}"/>
              </a:ext>
            </a:extLst>
          </p:cNvPr>
          <p:cNvSpPr/>
          <p:nvPr userDrawn="1"/>
        </p:nvSpPr>
        <p:spPr>
          <a:xfrm>
            <a:off x="656461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48BA92-7229-D3B8-C4D3-058DAA7C43EC}"/>
              </a:ext>
            </a:extLst>
          </p:cNvPr>
          <p:cNvSpPr/>
          <p:nvPr userDrawn="1"/>
        </p:nvSpPr>
        <p:spPr>
          <a:xfrm>
            <a:off x="656461" y="1744980"/>
            <a:ext cx="1438824" cy="540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23BB8F-4BD7-7C80-CB20-219E873FFE1C}"/>
              </a:ext>
            </a:extLst>
          </p:cNvPr>
          <p:cNvSpPr/>
          <p:nvPr userDrawn="1"/>
        </p:nvSpPr>
        <p:spPr>
          <a:xfrm>
            <a:off x="916041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4DC012-114F-643A-A234-4AB137BB6341}"/>
              </a:ext>
            </a:extLst>
          </p:cNvPr>
          <p:cNvSpPr/>
          <p:nvPr userDrawn="1"/>
        </p:nvSpPr>
        <p:spPr>
          <a:xfrm>
            <a:off x="3852588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3139D5-4510-3076-9C87-606F522040D6}"/>
              </a:ext>
            </a:extLst>
          </p:cNvPr>
          <p:cNvSpPr/>
          <p:nvPr userDrawn="1"/>
        </p:nvSpPr>
        <p:spPr>
          <a:xfrm>
            <a:off x="3852588" y="1744980"/>
            <a:ext cx="1438824" cy="5400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880280-9860-2301-1397-3D23E4A0849F}"/>
              </a:ext>
            </a:extLst>
          </p:cNvPr>
          <p:cNvSpPr/>
          <p:nvPr userDrawn="1"/>
        </p:nvSpPr>
        <p:spPr>
          <a:xfrm>
            <a:off x="4112168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106B15-3639-64F5-9F3C-C6487E15BCB5}"/>
              </a:ext>
            </a:extLst>
          </p:cNvPr>
          <p:cNvSpPr/>
          <p:nvPr userDrawn="1"/>
        </p:nvSpPr>
        <p:spPr>
          <a:xfrm>
            <a:off x="2259964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F07182-765E-3771-C77E-B704124A0318}"/>
              </a:ext>
            </a:extLst>
          </p:cNvPr>
          <p:cNvSpPr/>
          <p:nvPr userDrawn="1"/>
        </p:nvSpPr>
        <p:spPr>
          <a:xfrm>
            <a:off x="2259964" y="1744980"/>
            <a:ext cx="1438824" cy="540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3053CD-D6F8-3221-1EA6-39FCE66E7009}"/>
              </a:ext>
            </a:extLst>
          </p:cNvPr>
          <p:cNvSpPr/>
          <p:nvPr userDrawn="1"/>
        </p:nvSpPr>
        <p:spPr>
          <a:xfrm>
            <a:off x="2519544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A98AB4-4F95-6286-72B3-3EF19F8B3A30}"/>
              </a:ext>
            </a:extLst>
          </p:cNvPr>
          <p:cNvSpPr/>
          <p:nvPr userDrawn="1"/>
        </p:nvSpPr>
        <p:spPr>
          <a:xfrm>
            <a:off x="7048715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F59B51-81BD-6E15-B34D-25968D7EBC14}"/>
              </a:ext>
            </a:extLst>
          </p:cNvPr>
          <p:cNvSpPr/>
          <p:nvPr userDrawn="1"/>
        </p:nvSpPr>
        <p:spPr>
          <a:xfrm>
            <a:off x="7048715" y="1744980"/>
            <a:ext cx="1438824" cy="5400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29CA7E-0FFF-B739-AB8F-838E19C54D9E}"/>
              </a:ext>
            </a:extLst>
          </p:cNvPr>
          <p:cNvSpPr/>
          <p:nvPr userDrawn="1"/>
        </p:nvSpPr>
        <p:spPr>
          <a:xfrm>
            <a:off x="7308294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72C067-0F32-D0B4-314D-9AE16D41E7D0}"/>
              </a:ext>
            </a:extLst>
          </p:cNvPr>
          <p:cNvSpPr/>
          <p:nvPr userDrawn="1"/>
        </p:nvSpPr>
        <p:spPr>
          <a:xfrm>
            <a:off x="5445212" y="1744980"/>
            <a:ext cx="1438824" cy="2607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bg2">
                  <a:lumMod val="95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FC4E54E-C56E-3449-F0F2-510647D741E3}"/>
              </a:ext>
            </a:extLst>
          </p:cNvPr>
          <p:cNvSpPr/>
          <p:nvPr userDrawn="1"/>
        </p:nvSpPr>
        <p:spPr>
          <a:xfrm>
            <a:off x="5445212" y="1744980"/>
            <a:ext cx="1438824" cy="5400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386219-D8E0-D23B-2EBC-56876376455E}"/>
              </a:ext>
            </a:extLst>
          </p:cNvPr>
          <p:cNvSpPr/>
          <p:nvPr userDrawn="1"/>
        </p:nvSpPr>
        <p:spPr>
          <a:xfrm>
            <a:off x="5704791" y="1285148"/>
            <a:ext cx="919665" cy="919665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Lato Light" panose="020F0502020204030203" pitchFamily="34" charset="0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E9C417B3-6624-F4CB-F34E-3634C6B1D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82848" y="2660442"/>
            <a:ext cx="1368000" cy="1692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EEE81627-6AB9-8D47-16B6-5ABE0E1FF9B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28334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B6E43421-688F-7C5A-01FF-54407335EAB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3883518" y="2660442"/>
            <a:ext cx="1368000" cy="1692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9F7D94DB-A23A-A539-0CDF-A03041C6521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88401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226933FC-CA1B-C625-D4A1-F0CF2D1B15F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484188" y="2660442"/>
            <a:ext cx="1368000" cy="1692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2107EDD-9432-FCF2-3AE8-8C9E542A976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48468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5AFCEC2A-A1D6-7B63-2C6A-4B6FF5ABB9E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7084858" y="2660442"/>
            <a:ext cx="1368000" cy="1692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3B28090E-AB87-79C1-0D59-DE695FEB435D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08535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6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6BEF29FE-D07A-66FB-F1BF-C0C4BC3D274C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682178" y="2660442"/>
            <a:ext cx="1368000" cy="16924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478A7E34-049A-1546-4505-A01A5139D3E9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82678" y="2345224"/>
            <a:ext cx="1368000" cy="3009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0" name="Picture Placeholder 32">
            <a:extLst>
              <a:ext uri="{FF2B5EF4-FFF2-40B4-BE49-F238E27FC236}">
                <a16:creationId xmlns:a16="http://schemas.microsoft.com/office/drawing/2014/main" id="{FF852379-844F-86B2-4893-A1A6848CBF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96178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71" name="Picture Placeholder 32">
            <a:extLst>
              <a:ext uri="{FF2B5EF4-FFF2-40B4-BE49-F238E27FC236}">
                <a16:creationId xmlns:a16="http://schemas.microsoft.com/office/drawing/2014/main" id="{1E43CB61-F2B3-7D1E-9C17-51B9DD64D99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9358" y="1472794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72" name="Picture Placeholder 32">
            <a:extLst>
              <a:ext uri="{FF2B5EF4-FFF2-40B4-BE49-F238E27FC236}">
                <a16:creationId xmlns:a16="http://schemas.microsoft.com/office/drawing/2014/main" id="{4DFC9AEB-543F-77E1-8731-BBD620315B5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894623" y="1472108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73" name="Picture Placeholder 32">
            <a:extLst>
              <a:ext uri="{FF2B5EF4-FFF2-40B4-BE49-F238E27FC236}">
                <a16:creationId xmlns:a16="http://schemas.microsoft.com/office/drawing/2014/main" id="{24350AAF-BBAE-BE07-4B07-CBF2FE01D61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297518" y="1479287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74" name="Picture Placeholder 32">
            <a:extLst>
              <a:ext uri="{FF2B5EF4-FFF2-40B4-BE49-F238E27FC236}">
                <a16:creationId xmlns:a16="http://schemas.microsoft.com/office/drawing/2014/main" id="{CA13EABF-F8F4-FBB8-4F2A-D07A37E203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00669" y="1469588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81273F2B-B201-B8F3-81DD-33DAA72AF188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95EAC26-021F-1FE4-A52C-7AB51D32E1CE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E42BAEA-C526-ED5B-3C6F-B5FB1EF6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189403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F1CFD18-C260-BAE2-90D2-52ADC4EDB7E7}"/>
              </a:ext>
            </a:extLst>
          </p:cNvPr>
          <p:cNvGrpSpPr/>
          <p:nvPr userDrawn="1"/>
        </p:nvGrpSpPr>
        <p:grpSpPr>
          <a:xfrm>
            <a:off x="0" y="1355923"/>
            <a:ext cx="9144000" cy="2938517"/>
            <a:chOff x="0" y="1407593"/>
            <a:chExt cx="9144000" cy="293851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74B0E0-E86A-C3CF-F29D-1412EA9A327E}"/>
                </a:ext>
              </a:extLst>
            </p:cNvPr>
            <p:cNvSpPr/>
            <p:nvPr userDrawn="1"/>
          </p:nvSpPr>
          <p:spPr>
            <a:xfrm>
              <a:off x="0" y="2068391"/>
              <a:ext cx="3613553" cy="14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4" name="Block Arc 3">
              <a:extLst>
                <a:ext uri="{FF2B5EF4-FFF2-40B4-BE49-F238E27FC236}">
                  <a16:creationId xmlns:a16="http://schemas.microsoft.com/office/drawing/2014/main" id="{64A0882F-74DF-151A-A650-868263B0357E}"/>
                </a:ext>
              </a:extLst>
            </p:cNvPr>
            <p:cNvSpPr/>
            <p:nvPr userDrawn="1"/>
          </p:nvSpPr>
          <p:spPr>
            <a:xfrm rot="16200000" flipV="1">
              <a:off x="3733616" y="1407593"/>
              <a:ext cx="1080000" cy="1080000"/>
            </a:xfrm>
            <a:prstGeom prst="blockArc">
              <a:avLst>
                <a:gd name="adj1" fmla="val 10951427"/>
                <a:gd name="adj2" fmla="val 5490927"/>
                <a:gd name="adj3" fmla="val 135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CCCA7D4C-4B71-194E-E070-2445E098619E}"/>
                </a:ext>
              </a:extLst>
            </p:cNvPr>
            <p:cNvSpPr/>
            <p:nvPr userDrawn="1"/>
          </p:nvSpPr>
          <p:spPr>
            <a:xfrm rot="16200000" flipH="1">
              <a:off x="3779336" y="2341761"/>
              <a:ext cx="1080000" cy="1080000"/>
            </a:xfrm>
            <a:prstGeom prst="blockArc">
              <a:avLst>
                <a:gd name="adj1" fmla="val 10951427"/>
                <a:gd name="adj2" fmla="val 5490927"/>
                <a:gd name="adj3" fmla="val 1353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781D9AC7-563D-9279-C405-A3AED200CB96}"/>
                </a:ext>
              </a:extLst>
            </p:cNvPr>
            <p:cNvSpPr/>
            <p:nvPr userDrawn="1"/>
          </p:nvSpPr>
          <p:spPr>
            <a:xfrm rot="16200000" flipV="1">
              <a:off x="4715568" y="2331942"/>
              <a:ext cx="1080000" cy="1080000"/>
            </a:xfrm>
            <a:prstGeom prst="blockArc">
              <a:avLst>
                <a:gd name="adj1" fmla="val 10951427"/>
                <a:gd name="adj2" fmla="val 5490927"/>
                <a:gd name="adj3" fmla="val 1353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02538C93-C428-F4CA-ACA1-E39CCEB9A8F9}"/>
                </a:ext>
              </a:extLst>
            </p:cNvPr>
            <p:cNvSpPr/>
            <p:nvPr userDrawn="1"/>
          </p:nvSpPr>
          <p:spPr>
            <a:xfrm rot="16200000" flipH="1">
              <a:off x="4767132" y="3266110"/>
              <a:ext cx="1080000" cy="1080000"/>
            </a:xfrm>
            <a:prstGeom prst="blockArc">
              <a:avLst>
                <a:gd name="adj1" fmla="val 10951427"/>
                <a:gd name="adj2" fmla="val 5490927"/>
                <a:gd name="adj3" fmla="val 13534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Block Arc 15">
              <a:extLst>
                <a:ext uri="{FF2B5EF4-FFF2-40B4-BE49-F238E27FC236}">
                  <a16:creationId xmlns:a16="http://schemas.microsoft.com/office/drawing/2014/main" id="{27462B04-5281-1FA7-E7A9-28A1CB1666F2}"/>
                </a:ext>
              </a:extLst>
            </p:cNvPr>
            <p:cNvSpPr/>
            <p:nvPr userDrawn="1"/>
          </p:nvSpPr>
          <p:spPr>
            <a:xfrm rot="5400000" flipV="1">
              <a:off x="3339611" y="1675210"/>
              <a:ext cx="540000" cy="540000"/>
            </a:xfrm>
            <a:prstGeom prst="blockArc">
              <a:avLst>
                <a:gd name="adj1" fmla="val 21286630"/>
                <a:gd name="adj2" fmla="val 5758528"/>
                <a:gd name="adj3" fmla="val 2718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5E6DFA-0BB4-BD4D-7546-7A2D309EFBC0}"/>
                </a:ext>
              </a:extLst>
            </p:cNvPr>
            <p:cNvSpPr/>
            <p:nvPr userDrawn="1"/>
          </p:nvSpPr>
          <p:spPr>
            <a:xfrm>
              <a:off x="5955588" y="3521482"/>
              <a:ext cx="3188412" cy="147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latin typeface="+mj-lt"/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78AE7EA9-9CE3-EBD5-1CB1-8CEE27F0D9D3}"/>
                </a:ext>
              </a:extLst>
            </p:cNvPr>
            <p:cNvSpPr/>
            <p:nvPr userDrawn="1"/>
          </p:nvSpPr>
          <p:spPr>
            <a:xfrm flipH="1" flipV="1">
              <a:off x="5701338" y="3521068"/>
              <a:ext cx="540000" cy="540000"/>
            </a:xfrm>
            <a:prstGeom prst="blockArc">
              <a:avLst>
                <a:gd name="adj1" fmla="val 21286630"/>
                <a:gd name="adj2" fmla="val 5758528"/>
                <a:gd name="adj3" fmla="val 2718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F53BFC37-A836-7BBF-C792-9F22787A2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97706" y="1481658"/>
            <a:ext cx="2337683" cy="7397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1CE770-F264-D6AF-72F3-2D1B88E58338}"/>
              </a:ext>
            </a:extLst>
          </p:cNvPr>
          <p:cNvGrpSpPr/>
          <p:nvPr userDrawn="1"/>
        </p:nvGrpSpPr>
        <p:grpSpPr>
          <a:xfrm>
            <a:off x="4868943" y="1351747"/>
            <a:ext cx="1025913" cy="667776"/>
            <a:chOff x="4868943" y="1403417"/>
            <a:chExt cx="1025913" cy="66777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39A2CB-A1A4-52B4-82CD-A5907CC4878C}"/>
                </a:ext>
              </a:extLst>
            </p:cNvPr>
            <p:cNvSpPr txBox="1"/>
            <p:nvPr userDrawn="1"/>
          </p:nvSpPr>
          <p:spPr>
            <a:xfrm>
              <a:off x="4868943" y="1403417"/>
              <a:ext cx="1025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b="1">
                  <a:solidFill>
                    <a:schemeClr val="accent2"/>
                  </a:solidFill>
                  <a:latin typeface="+mj-lt"/>
                </a:rPr>
                <a:t>01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27FB36-6676-7BF3-61F1-A28FF7DDB03F}"/>
                </a:ext>
              </a:extLst>
            </p:cNvPr>
            <p:cNvCxnSpPr/>
            <p:nvPr userDrawn="1"/>
          </p:nvCxnSpPr>
          <p:spPr>
            <a:xfrm>
              <a:off x="5483352" y="1533328"/>
              <a:ext cx="0" cy="53786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740C8B0-794C-51B3-035C-46E3B133DA2B}"/>
              </a:ext>
            </a:extLst>
          </p:cNvPr>
          <p:cNvGrpSpPr/>
          <p:nvPr userDrawn="1"/>
        </p:nvGrpSpPr>
        <p:grpSpPr>
          <a:xfrm>
            <a:off x="5900952" y="2475033"/>
            <a:ext cx="1025913" cy="667776"/>
            <a:chOff x="4875039" y="1403417"/>
            <a:chExt cx="1025913" cy="66777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BB2A5B8-FC8E-FCFE-B072-8B9A452EAAE2}"/>
                </a:ext>
              </a:extLst>
            </p:cNvPr>
            <p:cNvSpPr txBox="1"/>
            <p:nvPr userDrawn="1"/>
          </p:nvSpPr>
          <p:spPr>
            <a:xfrm>
              <a:off x="4875039" y="1403417"/>
              <a:ext cx="1025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b="1">
                  <a:solidFill>
                    <a:schemeClr val="accent4"/>
                  </a:solidFill>
                  <a:latin typeface="+mj-lt"/>
                </a:rPr>
                <a:t>03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6504AC-B6EA-6D4C-A7F4-499B8B1DCCC7}"/>
                </a:ext>
              </a:extLst>
            </p:cNvPr>
            <p:cNvCxnSpPr/>
            <p:nvPr userDrawn="1"/>
          </p:nvCxnSpPr>
          <p:spPr>
            <a:xfrm>
              <a:off x="5504688" y="1533328"/>
              <a:ext cx="0" cy="53786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A11B58BA-8AB5-0638-CAA0-8DE48E945A6A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628168" y="2586375"/>
            <a:ext cx="2337685" cy="7397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B28FDB45-43AE-6118-C1C0-A66219BE6C76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275870" y="2523848"/>
            <a:ext cx="2337683" cy="7397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EBBB2F7-0808-F73E-5574-B1AA64180F57}"/>
              </a:ext>
            </a:extLst>
          </p:cNvPr>
          <p:cNvGrpSpPr/>
          <p:nvPr userDrawn="1"/>
        </p:nvGrpSpPr>
        <p:grpSpPr>
          <a:xfrm>
            <a:off x="547107" y="2393937"/>
            <a:ext cx="1025913" cy="667776"/>
            <a:chOff x="4868943" y="1403417"/>
            <a:chExt cx="1025913" cy="66777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5E25AD-D8C9-4BAB-D834-6A877B08CD81}"/>
                </a:ext>
              </a:extLst>
            </p:cNvPr>
            <p:cNvSpPr txBox="1"/>
            <p:nvPr userDrawn="1"/>
          </p:nvSpPr>
          <p:spPr>
            <a:xfrm>
              <a:off x="4868943" y="1403417"/>
              <a:ext cx="1025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b="1">
                  <a:solidFill>
                    <a:schemeClr val="accent3"/>
                  </a:solidFill>
                  <a:latin typeface="+mj-lt"/>
                </a:rPr>
                <a:t>02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A5E70DF-3429-4E29-415A-DD7E271380B7}"/>
                </a:ext>
              </a:extLst>
            </p:cNvPr>
            <p:cNvCxnSpPr/>
            <p:nvPr userDrawn="1"/>
          </p:nvCxnSpPr>
          <p:spPr>
            <a:xfrm>
              <a:off x="5483352" y="1533328"/>
              <a:ext cx="0" cy="53786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0CB816BC-5E3B-031B-52A9-D9EE2946533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2320993" y="3588776"/>
            <a:ext cx="2337683" cy="7397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5591199-75A0-A92D-0114-265936C9C74F}"/>
              </a:ext>
            </a:extLst>
          </p:cNvPr>
          <p:cNvGrpSpPr/>
          <p:nvPr userDrawn="1"/>
        </p:nvGrpSpPr>
        <p:grpSpPr>
          <a:xfrm>
            <a:off x="1592230" y="3458865"/>
            <a:ext cx="1025913" cy="667776"/>
            <a:chOff x="4868943" y="1403417"/>
            <a:chExt cx="1025913" cy="6677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DE06D86-B4E7-A104-8DB1-5FAD1543FE2F}"/>
                </a:ext>
              </a:extLst>
            </p:cNvPr>
            <p:cNvSpPr txBox="1"/>
            <p:nvPr userDrawn="1"/>
          </p:nvSpPr>
          <p:spPr>
            <a:xfrm>
              <a:off x="4868943" y="1403417"/>
              <a:ext cx="1025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3200" b="1">
                  <a:solidFill>
                    <a:schemeClr val="accent6"/>
                  </a:solidFill>
                  <a:latin typeface="+mj-lt"/>
                </a:rPr>
                <a:t>04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7D26400-8DD7-6BDE-8907-188F1335A161}"/>
                </a:ext>
              </a:extLst>
            </p:cNvPr>
            <p:cNvCxnSpPr/>
            <p:nvPr userDrawn="1"/>
          </p:nvCxnSpPr>
          <p:spPr>
            <a:xfrm>
              <a:off x="5483352" y="1533328"/>
              <a:ext cx="0" cy="53786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0" name="Graphic 69" descr="Car with solid fill">
            <a:extLst>
              <a:ext uri="{FF2B5EF4-FFF2-40B4-BE49-F238E27FC236}">
                <a16:creationId xmlns:a16="http://schemas.microsoft.com/office/drawing/2014/main" id="{17B8822E-BCD2-C3DE-67F2-CC2708AA92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16" y="1316215"/>
            <a:ext cx="914400" cy="914400"/>
          </a:xfrm>
          <a:prstGeom prst="rect">
            <a:avLst/>
          </a:prstGeom>
        </p:spPr>
      </p:pic>
      <p:sp>
        <p:nvSpPr>
          <p:cNvPr id="3" name="Picture Placeholder 32">
            <a:extLst>
              <a:ext uri="{FF2B5EF4-FFF2-40B4-BE49-F238E27FC236}">
                <a16:creationId xmlns:a16="http://schemas.microsoft.com/office/drawing/2014/main" id="{7C221BF7-C811-455F-AAAF-105564AE362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957962" y="1640749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5" name="Picture Placeholder 32">
            <a:extLst>
              <a:ext uri="{FF2B5EF4-FFF2-40B4-BE49-F238E27FC236}">
                <a16:creationId xmlns:a16="http://schemas.microsoft.com/office/drawing/2014/main" id="{69425795-AAFF-CE31-F32C-23BB4A11427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057354" y="2584559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6" name="Picture Placeholder 32">
            <a:extLst>
              <a:ext uri="{FF2B5EF4-FFF2-40B4-BE49-F238E27FC236}">
                <a16:creationId xmlns:a16="http://schemas.microsoft.com/office/drawing/2014/main" id="{459B467B-AEBC-5486-3C36-DE27BB200DA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985568" y="2542965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7" name="Picture Placeholder 32">
            <a:extLst>
              <a:ext uri="{FF2B5EF4-FFF2-40B4-BE49-F238E27FC236}">
                <a16:creationId xmlns:a16="http://schemas.microsoft.com/office/drawing/2014/main" id="{F9375DB0-ACC3-B110-CA79-BA6FDEE3AB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037132" y="3470083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115DE0E-852C-407B-1B70-EE1AE2E05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40F936FD-B6B8-F304-E927-095D9DE950D2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3735640-32A1-AA5B-8ED8-39243E64E3B0}"/>
              </a:ext>
            </a:extLst>
          </p:cNvPr>
          <p:cNvSpPr>
            <a:spLocks noGrp="1"/>
          </p:cNvSpPr>
          <p:nvPr>
            <p:ph type="body" sz="half" idx="28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E116112-0A1F-525B-DC63-B1462000F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189770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FEBF6-5599-8C5B-C255-E76BDC44A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F4297376-2FB7-36F2-1605-0DDFB03323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9" y="2946651"/>
            <a:ext cx="9141803" cy="199810"/>
          </a:xfrm>
          <a:custGeom>
            <a:avLst/>
            <a:gdLst>
              <a:gd name="T0" fmla="*/ 0 w 19570"/>
              <a:gd name="T1" fmla="*/ 426 h 427"/>
              <a:gd name="T2" fmla="*/ 19569 w 19570"/>
              <a:gd name="T3" fmla="*/ 426 h 427"/>
              <a:gd name="T4" fmla="*/ 19569 w 19570"/>
              <a:gd name="T5" fmla="*/ 0 h 427"/>
              <a:gd name="T6" fmla="*/ 0 w 19570"/>
              <a:gd name="T7" fmla="*/ 0 h 427"/>
              <a:gd name="T8" fmla="*/ 0 w 19570"/>
              <a:gd name="T9" fmla="*/ 426 h 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70" h="427">
                <a:moveTo>
                  <a:pt x="0" y="426"/>
                </a:moveTo>
                <a:lnTo>
                  <a:pt x="19569" y="426"/>
                </a:lnTo>
                <a:lnTo>
                  <a:pt x="19569" y="0"/>
                </a:lnTo>
                <a:lnTo>
                  <a:pt x="0" y="0"/>
                </a:lnTo>
                <a:lnTo>
                  <a:pt x="0" y="426"/>
                </a:lnTo>
              </a:path>
            </a:pathLst>
          </a:custGeom>
          <a:solidFill>
            <a:srgbClr val="7E7E7E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98A9E6B-B502-6049-40DF-E24DB7CBD0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49202" y="2460516"/>
            <a:ext cx="1172079" cy="1170019"/>
          </a:xfrm>
          <a:custGeom>
            <a:avLst/>
            <a:gdLst>
              <a:gd name="T0" fmla="*/ 1254 w 2508"/>
              <a:gd name="T1" fmla="*/ 2505 h 2506"/>
              <a:gd name="T2" fmla="*/ 1254 w 2508"/>
              <a:gd name="T3" fmla="*/ 2505 h 2506"/>
              <a:gd name="T4" fmla="*/ 0 w 2508"/>
              <a:gd name="T5" fmla="*/ 1252 h 2506"/>
              <a:gd name="T6" fmla="*/ 0 w 2508"/>
              <a:gd name="T7" fmla="*/ 1252 h 2506"/>
              <a:gd name="T8" fmla="*/ 1254 w 2508"/>
              <a:gd name="T9" fmla="*/ 0 h 2506"/>
              <a:gd name="T10" fmla="*/ 1254 w 2508"/>
              <a:gd name="T11" fmla="*/ 0 h 2506"/>
              <a:gd name="T12" fmla="*/ 2507 w 2508"/>
              <a:gd name="T13" fmla="*/ 1252 h 2506"/>
              <a:gd name="T14" fmla="*/ 2507 w 2508"/>
              <a:gd name="T15" fmla="*/ 1252 h 2506"/>
              <a:gd name="T16" fmla="*/ 1254 w 2508"/>
              <a:gd name="T17" fmla="*/ 2505 h 2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8" h="2506">
                <a:moveTo>
                  <a:pt x="1254" y="2505"/>
                </a:moveTo>
                <a:lnTo>
                  <a:pt x="1254" y="2505"/>
                </a:lnTo>
                <a:cubicBezTo>
                  <a:pt x="562" y="2505"/>
                  <a:pt x="0" y="1944"/>
                  <a:pt x="0" y="1252"/>
                </a:cubicBezTo>
                <a:lnTo>
                  <a:pt x="0" y="1252"/>
                </a:lnTo>
                <a:cubicBezTo>
                  <a:pt x="0" y="561"/>
                  <a:pt x="562" y="0"/>
                  <a:pt x="1254" y="0"/>
                </a:cubicBezTo>
                <a:lnTo>
                  <a:pt x="1254" y="0"/>
                </a:lnTo>
                <a:cubicBezTo>
                  <a:pt x="1945" y="0"/>
                  <a:pt x="2507" y="561"/>
                  <a:pt x="2507" y="1252"/>
                </a:cubicBezTo>
                <a:lnTo>
                  <a:pt x="2507" y="1252"/>
                </a:lnTo>
                <a:cubicBezTo>
                  <a:pt x="2507" y="1944"/>
                  <a:pt x="1945" y="2505"/>
                  <a:pt x="1254" y="2505"/>
                </a:cubicBezTo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3DCBA2E7-E3C6-60ED-D952-6D79813FDA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990" y="2460516"/>
            <a:ext cx="1172079" cy="1170019"/>
          </a:xfrm>
          <a:custGeom>
            <a:avLst/>
            <a:gdLst>
              <a:gd name="T0" fmla="*/ 1254 w 2508"/>
              <a:gd name="T1" fmla="*/ 2505 h 2506"/>
              <a:gd name="T2" fmla="*/ 1254 w 2508"/>
              <a:gd name="T3" fmla="*/ 2505 h 2506"/>
              <a:gd name="T4" fmla="*/ 0 w 2508"/>
              <a:gd name="T5" fmla="*/ 1252 h 2506"/>
              <a:gd name="T6" fmla="*/ 0 w 2508"/>
              <a:gd name="T7" fmla="*/ 1252 h 2506"/>
              <a:gd name="T8" fmla="*/ 1254 w 2508"/>
              <a:gd name="T9" fmla="*/ 0 h 2506"/>
              <a:gd name="T10" fmla="*/ 1254 w 2508"/>
              <a:gd name="T11" fmla="*/ 0 h 2506"/>
              <a:gd name="T12" fmla="*/ 2507 w 2508"/>
              <a:gd name="T13" fmla="*/ 1252 h 2506"/>
              <a:gd name="T14" fmla="*/ 2507 w 2508"/>
              <a:gd name="T15" fmla="*/ 1252 h 2506"/>
              <a:gd name="T16" fmla="*/ 1254 w 2508"/>
              <a:gd name="T17" fmla="*/ 2505 h 2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8" h="2506">
                <a:moveTo>
                  <a:pt x="1254" y="2505"/>
                </a:moveTo>
                <a:lnTo>
                  <a:pt x="1254" y="2505"/>
                </a:lnTo>
                <a:cubicBezTo>
                  <a:pt x="563" y="2505"/>
                  <a:pt x="0" y="1944"/>
                  <a:pt x="0" y="1252"/>
                </a:cubicBezTo>
                <a:lnTo>
                  <a:pt x="0" y="1252"/>
                </a:lnTo>
                <a:cubicBezTo>
                  <a:pt x="0" y="561"/>
                  <a:pt x="563" y="0"/>
                  <a:pt x="1254" y="0"/>
                </a:cubicBezTo>
                <a:lnTo>
                  <a:pt x="1254" y="0"/>
                </a:lnTo>
                <a:cubicBezTo>
                  <a:pt x="1944" y="0"/>
                  <a:pt x="2507" y="561"/>
                  <a:pt x="2507" y="1252"/>
                </a:cubicBezTo>
                <a:lnTo>
                  <a:pt x="2507" y="1252"/>
                </a:lnTo>
                <a:cubicBezTo>
                  <a:pt x="2507" y="1944"/>
                  <a:pt x="1944" y="2505"/>
                  <a:pt x="1254" y="2505"/>
                </a:cubicBezTo>
              </a:path>
            </a:pathLst>
          </a:custGeom>
          <a:solidFill>
            <a:schemeClr val="accent2">
              <a:alpha val="1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E3A07C2-72A9-A72E-1E28-2600C76C5D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22719" y="2460516"/>
            <a:ext cx="1172078" cy="1170019"/>
          </a:xfrm>
          <a:custGeom>
            <a:avLst/>
            <a:gdLst>
              <a:gd name="T0" fmla="*/ 1254 w 2508"/>
              <a:gd name="T1" fmla="*/ 2505 h 2506"/>
              <a:gd name="T2" fmla="*/ 1254 w 2508"/>
              <a:gd name="T3" fmla="*/ 2505 h 2506"/>
              <a:gd name="T4" fmla="*/ 0 w 2508"/>
              <a:gd name="T5" fmla="*/ 1252 h 2506"/>
              <a:gd name="T6" fmla="*/ 0 w 2508"/>
              <a:gd name="T7" fmla="*/ 1252 h 2506"/>
              <a:gd name="T8" fmla="*/ 1254 w 2508"/>
              <a:gd name="T9" fmla="*/ 0 h 2506"/>
              <a:gd name="T10" fmla="*/ 1254 w 2508"/>
              <a:gd name="T11" fmla="*/ 0 h 2506"/>
              <a:gd name="T12" fmla="*/ 2507 w 2508"/>
              <a:gd name="T13" fmla="*/ 1252 h 2506"/>
              <a:gd name="T14" fmla="*/ 2507 w 2508"/>
              <a:gd name="T15" fmla="*/ 1252 h 2506"/>
              <a:gd name="T16" fmla="*/ 1254 w 2508"/>
              <a:gd name="T17" fmla="*/ 2505 h 2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8" h="2506">
                <a:moveTo>
                  <a:pt x="1254" y="2505"/>
                </a:moveTo>
                <a:lnTo>
                  <a:pt x="1254" y="2505"/>
                </a:lnTo>
                <a:cubicBezTo>
                  <a:pt x="562" y="2505"/>
                  <a:pt x="0" y="1944"/>
                  <a:pt x="0" y="1252"/>
                </a:cubicBezTo>
                <a:lnTo>
                  <a:pt x="0" y="1252"/>
                </a:lnTo>
                <a:cubicBezTo>
                  <a:pt x="0" y="561"/>
                  <a:pt x="562" y="0"/>
                  <a:pt x="1254" y="0"/>
                </a:cubicBezTo>
                <a:lnTo>
                  <a:pt x="1254" y="0"/>
                </a:lnTo>
                <a:cubicBezTo>
                  <a:pt x="1945" y="0"/>
                  <a:pt x="2507" y="561"/>
                  <a:pt x="2507" y="1252"/>
                </a:cubicBezTo>
                <a:lnTo>
                  <a:pt x="2507" y="1252"/>
                </a:lnTo>
                <a:cubicBezTo>
                  <a:pt x="2507" y="1944"/>
                  <a:pt x="1945" y="2505"/>
                  <a:pt x="1254" y="2505"/>
                </a:cubicBezTo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8" name="Freeform 76">
            <a:extLst>
              <a:ext uri="{FF2B5EF4-FFF2-40B4-BE49-F238E27FC236}">
                <a16:creationId xmlns:a16="http://schemas.microsoft.com/office/drawing/2014/main" id="{774B1D66-0B06-9C92-5221-2736127762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3957" y="2557332"/>
            <a:ext cx="980509" cy="980509"/>
          </a:xfrm>
          <a:custGeom>
            <a:avLst/>
            <a:gdLst>
              <a:gd name="T0" fmla="*/ 2100 w 2101"/>
              <a:gd name="T1" fmla="*/ 1049 h 2100"/>
              <a:gd name="T2" fmla="*/ 2100 w 2101"/>
              <a:gd name="T3" fmla="*/ 1049 h 2100"/>
              <a:gd name="T4" fmla="*/ 1050 w 2101"/>
              <a:gd name="T5" fmla="*/ 2099 h 2100"/>
              <a:gd name="T6" fmla="*/ 1050 w 2101"/>
              <a:gd name="T7" fmla="*/ 2099 h 2100"/>
              <a:gd name="T8" fmla="*/ 0 w 2101"/>
              <a:gd name="T9" fmla="*/ 1049 h 2100"/>
              <a:gd name="T10" fmla="*/ 0 w 2101"/>
              <a:gd name="T11" fmla="*/ 1049 h 2100"/>
              <a:gd name="T12" fmla="*/ 1050 w 2101"/>
              <a:gd name="T13" fmla="*/ 0 h 2100"/>
              <a:gd name="T14" fmla="*/ 1050 w 2101"/>
              <a:gd name="T15" fmla="*/ 0 h 2100"/>
              <a:gd name="T16" fmla="*/ 2100 w 2101"/>
              <a:gd name="T17" fmla="*/ 104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01" h="2100">
                <a:moveTo>
                  <a:pt x="2100" y="1049"/>
                </a:moveTo>
                <a:lnTo>
                  <a:pt x="2100" y="1049"/>
                </a:lnTo>
                <a:cubicBezTo>
                  <a:pt x="2100" y="1629"/>
                  <a:pt x="1629" y="2099"/>
                  <a:pt x="1050" y="2099"/>
                </a:cubicBezTo>
                <a:lnTo>
                  <a:pt x="1050" y="2099"/>
                </a:lnTo>
                <a:cubicBezTo>
                  <a:pt x="470" y="2099"/>
                  <a:pt x="0" y="1629"/>
                  <a:pt x="0" y="1049"/>
                </a:cubicBezTo>
                <a:lnTo>
                  <a:pt x="0" y="1049"/>
                </a:lnTo>
                <a:cubicBezTo>
                  <a:pt x="0" y="470"/>
                  <a:pt x="470" y="0"/>
                  <a:pt x="1050" y="0"/>
                </a:cubicBezTo>
                <a:lnTo>
                  <a:pt x="1050" y="0"/>
                </a:lnTo>
                <a:cubicBezTo>
                  <a:pt x="1629" y="0"/>
                  <a:pt x="2100" y="470"/>
                  <a:pt x="2100" y="104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9" name="Freeform 197">
            <a:extLst>
              <a:ext uri="{FF2B5EF4-FFF2-40B4-BE49-F238E27FC236}">
                <a16:creationId xmlns:a16="http://schemas.microsoft.com/office/drawing/2014/main" id="{7E5836C2-A530-F333-0F39-058636FAA4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81744" y="2557332"/>
            <a:ext cx="980509" cy="980509"/>
          </a:xfrm>
          <a:custGeom>
            <a:avLst/>
            <a:gdLst>
              <a:gd name="T0" fmla="*/ 2098 w 2099"/>
              <a:gd name="T1" fmla="*/ 1049 h 2100"/>
              <a:gd name="T2" fmla="*/ 2098 w 2099"/>
              <a:gd name="T3" fmla="*/ 1049 h 2100"/>
              <a:gd name="T4" fmla="*/ 1049 w 2099"/>
              <a:gd name="T5" fmla="*/ 2099 h 2100"/>
              <a:gd name="T6" fmla="*/ 1049 w 2099"/>
              <a:gd name="T7" fmla="*/ 2099 h 2100"/>
              <a:gd name="T8" fmla="*/ 0 w 2099"/>
              <a:gd name="T9" fmla="*/ 1049 h 2100"/>
              <a:gd name="T10" fmla="*/ 0 w 2099"/>
              <a:gd name="T11" fmla="*/ 1049 h 2100"/>
              <a:gd name="T12" fmla="*/ 1049 w 2099"/>
              <a:gd name="T13" fmla="*/ 0 h 2100"/>
              <a:gd name="T14" fmla="*/ 1049 w 2099"/>
              <a:gd name="T15" fmla="*/ 0 h 2100"/>
              <a:gd name="T16" fmla="*/ 2098 w 2099"/>
              <a:gd name="T17" fmla="*/ 104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99" h="2100">
                <a:moveTo>
                  <a:pt x="2098" y="1049"/>
                </a:moveTo>
                <a:lnTo>
                  <a:pt x="2098" y="1049"/>
                </a:lnTo>
                <a:cubicBezTo>
                  <a:pt x="2098" y="1629"/>
                  <a:pt x="1628" y="2099"/>
                  <a:pt x="1049" y="2099"/>
                </a:cubicBezTo>
                <a:lnTo>
                  <a:pt x="1049" y="2099"/>
                </a:lnTo>
                <a:cubicBezTo>
                  <a:pt x="469" y="2099"/>
                  <a:pt x="0" y="1629"/>
                  <a:pt x="0" y="1049"/>
                </a:cubicBezTo>
                <a:lnTo>
                  <a:pt x="0" y="1049"/>
                </a:lnTo>
                <a:cubicBezTo>
                  <a:pt x="0" y="470"/>
                  <a:pt x="469" y="0"/>
                  <a:pt x="1049" y="0"/>
                </a:cubicBezTo>
                <a:lnTo>
                  <a:pt x="1049" y="0"/>
                </a:lnTo>
                <a:cubicBezTo>
                  <a:pt x="1628" y="0"/>
                  <a:pt x="2098" y="470"/>
                  <a:pt x="2098" y="1049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0" name="Freeform 318">
            <a:extLst>
              <a:ext uri="{FF2B5EF4-FFF2-40B4-BE49-F238E27FC236}">
                <a16:creationId xmlns:a16="http://schemas.microsoft.com/office/drawing/2014/main" id="{9BC54C32-A214-F7B9-A6E2-80AF5069C4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17473" y="2557332"/>
            <a:ext cx="980509" cy="980509"/>
          </a:xfrm>
          <a:custGeom>
            <a:avLst/>
            <a:gdLst>
              <a:gd name="T0" fmla="*/ 2100 w 2101"/>
              <a:gd name="T1" fmla="*/ 1049 h 2100"/>
              <a:gd name="T2" fmla="*/ 2100 w 2101"/>
              <a:gd name="T3" fmla="*/ 1049 h 2100"/>
              <a:gd name="T4" fmla="*/ 1051 w 2101"/>
              <a:gd name="T5" fmla="*/ 2099 h 2100"/>
              <a:gd name="T6" fmla="*/ 1051 w 2101"/>
              <a:gd name="T7" fmla="*/ 2099 h 2100"/>
              <a:gd name="T8" fmla="*/ 0 w 2101"/>
              <a:gd name="T9" fmla="*/ 1049 h 2100"/>
              <a:gd name="T10" fmla="*/ 0 w 2101"/>
              <a:gd name="T11" fmla="*/ 1049 h 2100"/>
              <a:gd name="T12" fmla="*/ 1051 w 2101"/>
              <a:gd name="T13" fmla="*/ 0 h 2100"/>
              <a:gd name="T14" fmla="*/ 1051 w 2101"/>
              <a:gd name="T15" fmla="*/ 0 h 2100"/>
              <a:gd name="T16" fmla="*/ 2100 w 2101"/>
              <a:gd name="T17" fmla="*/ 104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01" h="2100">
                <a:moveTo>
                  <a:pt x="2100" y="1049"/>
                </a:moveTo>
                <a:lnTo>
                  <a:pt x="2100" y="1049"/>
                </a:lnTo>
                <a:cubicBezTo>
                  <a:pt x="2100" y="1629"/>
                  <a:pt x="1630" y="2099"/>
                  <a:pt x="1051" y="2099"/>
                </a:cubicBezTo>
                <a:lnTo>
                  <a:pt x="1051" y="2099"/>
                </a:lnTo>
                <a:cubicBezTo>
                  <a:pt x="471" y="2099"/>
                  <a:pt x="0" y="1629"/>
                  <a:pt x="0" y="1049"/>
                </a:cubicBezTo>
                <a:lnTo>
                  <a:pt x="0" y="1049"/>
                </a:lnTo>
                <a:cubicBezTo>
                  <a:pt x="0" y="470"/>
                  <a:pt x="471" y="0"/>
                  <a:pt x="1051" y="0"/>
                </a:cubicBezTo>
                <a:lnTo>
                  <a:pt x="1051" y="0"/>
                </a:lnTo>
                <a:cubicBezTo>
                  <a:pt x="1630" y="0"/>
                  <a:pt x="2100" y="470"/>
                  <a:pt x="2100" y="1049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1" name="Line 439">
            <a:extLst>
              <a:ext uri="{FF2B5EF4-FFF2-40B4-BE49-F238E27FC236}">
                <a16:creationId xmlns:a16="http://schemas.microsoft.com/office/drawing/2014/main" id="{4D6EA8C3-1842-B63F-32AA-4DE424E80B1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034211" y="2231870"/>
            <a:ext cx="0" cy="325463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2" name="Freeform 441">
            <a:extLst>
              <a:ext uri="{FF2B5EF4-FFF2-40B4-BE49-F238E27FC236}">
                <a16:creationId xmlns:a16="http://schemas.microsoft.com/office/drawing/2014/main" id="{FF5F8EDF-8C54-13C8-177A-653692EE68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86835" y="2184491"/>
            <a:ext cx="94755" cy="94755"/>
          </a:xfrm>
          <a:custGeom>
            <a:avLst/>
            <a:gdLst>
              <a:gd name="T0" fmla="*/ 200 w 201"/>
              <a:gd name="T1" fmla="*/ 100 h 201"/>
              <a:gd name="T2" fmla="*/ 200 w 201"/>
              <a:gd name="T3" fmla="*/ 100 h 201"/>
              <a:gd name="T4" fmla="*/ 100 w 201"/>
              <a:gd name="T5" fmla="*/ 200 h 201"/>
              <a:gd name="T6" fmla="*/ 100 w 201"/>
              <a:gd name="T7" fmla="*/ 200 h 201"/>
              <a:gd name="T8" fmla="*/ 0 w 201"/>
              <a:gd name="T9" fmla="*/ 100 h 201"/>
              <a:gd name="T10" fmla="*/ 0 w 201"/>
              <a:gd name="T11" fmla="*/ 100 h 201"/>
              <a:gd name="T12" fmla="*/ 100 w 201"/>
              <a:gd name="T13" fmla="*/ 0 h 201"/>
              <a:gd name="T14" fmla="*/ 100 w 201"/>
              <a:gd name="T15" fmla="*/ 0 h 201"/>
              <a:gd name="T16" fmla="*/ 200 w 201"/>
              <a:gd name="T17" fmla="*/ 10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1" h="201">
                <a:moveTo>
                  <a:pt x="200" y="100"/>
                </a:moveTo>
                <a:lnTo>
                  <a:pt x="200" y="100"/>
                </a:lnTo>
                <a:cubicBezTo>
                  <a:pt x="200" y="155"/>
                  <a:pt x="155" y="200"/>
                  <a:pt x="100" y="200"/>
                </a:cubicBezTo>
                <a:lnTo>
                  <a:pt x="100" y="200"/>
                </a:lnTo>
                <a:cubicBezTo>
                  <a:pt x="44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4" y="0"/>
                  <a:pt x="100" y="0"/>
                </a:cubicBezTo>
                <a:lnTo>
                  <a:pt x="100" y="0"/>
                </a:lnTo>
                <a:cubicBezTo>
                  <a:pt x="155" y="0"/>
                  <a:pt x="200" y="45"/>
                  <a:pt x="200" y="100"/>
                </a:cubicBezTo>
              </a:path>
            </a:pathLst>
          </a:custGeom>
          <a:solidFill>
            <a:schemeClr val="accent1"/>
          </a:solidFill>
          <a:ln w="38100" cap="flat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3" name="Line 442">
            <a:extLst>
              <a:ext uri="{FF2B5EF4-FFF2-40B4-BE49-F238E27FC236}">
                <a16:creationId xmlns:a16="http://schemas.microsoft.com/office/drawing/2014/main" id="{9C6E4900-D682-AA3B-6020-0A576EB9B47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109786" y="2231870"/>
            <a:ext cx="0" cy="325463"/>
          </a:xfrm>
          <a:prstGeom prst="line">
            <a:avLst/>
          </a:prstGeom>
          <a:noFill/>
          <a:ln w="381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4" name="Freeform 444">
            <a:extLst>
              <a:ext uri="{FF2B5EF4-FFF2-40B4-BE49-F238E27FC236}">
                <a16:creationId xmlns:a16="http://schemas.microsoft.com/office/drawing/2014/main" id="{4D20FB6C-B9A4-02CD-B799-49F5EB38DB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62410" y="2184491"/>
            <a:ext cx="94755" cy="94755"/>
          </a:xfrm>
          <a:custGeom>
            <a:avLst/>
            <a:gdLst>
              <a:gd name="T0" fmla="*/ 200 w 201"/>
              <a:gd name="T1" fmla="*/ 100 h 201"/>
              <a:gd name="T2" fmla="*/ 200 w 201"/>
              <a:gd name="T3" fmla="*/ 100 h 201"/>
              <a:gd name="T4" fmla="*/ 101 w 201"/>
              <a:gd name="T5" fmla="*/ 200 h 201"/>
              <a:gd name="T6" fmla="*/ 101 w 201"/>
              <a:gd name="T7" fmla="*/ 200 h 201"/>
              <a:gd name="T8" fmla="*/ 0 w 201"/>
              <a:gd name="T9" fmla="*/ 100 h 201"/>
              <a:gd name="T10" fmla="*/ 0 w 201"/>
              <a:gd name="T11" fmla="*/ 100 h 201"/>
              <a:gd name="T12" fmla="*/ 101 w 201"/>
              <a:gd name="T13" fmla="*/ 0 h 201"/>
              <a:gd name="T14" fmla="*/ 101 w 201"/>
              <a:gd name="T15" fmla="*/ 0 h 201"/>
              <a:gd name="T16" fmla="*/ 200 w 201"/>
              <a:gd name="T17" fmla="*/ 10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1" h="201">
                <a:moveTo>
                  <a:pt x="200" y="100"/>
                </a:moveTo>
                <a:lnTo>
                  <a:pt x="200" y="100"/>
                </a:lnTo>
                <a:cubicBezTo>
                  <a:pt x="200" y="155"/>
                  <a:pt x="156" y="200"/>
                  <a:pt x="101" y="200"/>
                </a:cubicBezTo>
                <a:lnTo>
                  <a:pt x="101" y="200"/>
                </a:lnTo>
                <a:cubicBezTo>
                  <a:pt x="45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5" y="0"/>
                  <a:pt x="101" y="0"/>
                </a:cubicBezTo>
                <a:lnTo>
                  <a:pt x="101" y="0"/>
                </a:lnTo>
                <a:cubicBezTo>
                  <a:pt x="156" y="0"/>
                  <a:pt x="200" y="45"/>
                  <a:pt x="200" y="100"/>
                </a:cubicBezTo>
              </a:path>
            </a:pathLst>
          </a:custGeom>
          <a:solidFill>
            <a:schemeClr val="accent3"/>
          </a:solidFill>
          <a:ln w="38100" cap="flat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5" name="Line 445">
            <a:extLst>
              <a:ext uri="{FF2B5EF4-FFF2-40B4-BE49-F238E27FC236}">
                <a16:creationId xmlns:a16="http://schemas.microsoft.com/office/drawing/2014/main" id="{536B80B8-BFA5-9116-AEBF-C2FE1EBEDEA4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4571999" y="3531662"/>
            <a:ext cx="0" cy="333702"/>
          </a:xfrm>
          <a:prstGeom prst="line">
            <a:avLst/>
          </a:pr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6" name="Freeform 447">
            <a:extLst>
              <a:ext uri="{FF2B5EF4-FFF2-40B4-BE49-F238E27FC236}">
                <a16:creationId xmlns:a16="http://schemas.microsoft.com/office/drawing/2014/main" id="{78A14094-12A2-19F5-03A0-FC1D4FE4CB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4622" y="3813867"/>
            <a:ext cx="92695" cy="94755"/>
          </a:xfrm>
          <a:custGeom>
            <a:avLst/>
            <a:gdLst>
              <a:gd name="T0" fmla="*/ 0 w 200"/>
              <a:gd name="T1" fmla="*/ 100 h 201"/>
              <a:gd name="T2" fmla="*/ 0 w 200"/>
              <a:gd name="T3" fmla="*/ 100 h 201"/>
              <a:gd name="T4" fmla="*/ 100 w 200"/>
              <a:gd name="T5" fmla="*/ 0 h 201"/>
              <a:gd name="T6" fmla="*/ 100 w 200"/>
              <a:gd name="T7" fmla="*/ 0 h 201"/>
              <a:gd name="T8" fmla="*/ 199 w 200"/>
              <a:gd name="T9" fmla="*/ 100 h 201"/>
              <a:gd name="T10" fmla="*/ 199 w 200"/>
              <a:gd name="T11" fmla="*/ 100 h 201"/>
              <a:gd name="T12" fmla="*/ 100 w 200"/>
              <a:gd name="T13" fmla="*/ 200 h 201"/>
              <a:gd name="T14" fmla="*/ 100 w 200"/>
              <a:gd name="T15" fmla="*/ 200 h 201"/>
              <a:gd name="T16" fmla="*/ 0 w 200"/>
              <a:gd name="T17" fmla="*/ 10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0" h="201">
                <a:moveTo>
                  <a:pt x="0" y="100"/>
                </a:moveTo>
                <a:lnTo>
                  <a:pt x="0" y="100"/>
                </a:lnTo>
                <a:cubicBezTo>
                  <a:pt x="0" y="45"/>
                  <a:pt x="45" y="0"/>
                  <a:pt x="100" y="0"/>
                </a:cubicBezTo>
                <a:lnTo>
                  <a:pt x="100" y="0"/>
                </a:lnTo>
                <a:cubicBezTo>
                  <a:pt x="154" y="0"/>
                  <a:pt x="199" y="45"/>
                  <a:pt x="199" y="100"/>
                </a:cubicBezTo>
                <a:lnTo>
                  <a:pt x="199" y="100"/>
                </a:lnTo>
                <a:cubicBezTo>
                  <a:pt x="199" y="155"/>
                  <a:pt x="154" y="200"/>
                  <a:pt x="100" y="200"/>
                </a:cubicBezTo>
                <a:lnTo>
                  <a:pt x="100" y="200"/>
                </a:lnTo>
                <a:cubicBezTo>
                  <a:pt x="45" y="200"/>
                  <a:pt x="0" y="155"/>
                  <a:pt x="0" y="100"/>
                </a:cubicBezTo>
              </a:path>
            </a:pathLst>
          </a:custGeom>
          <a:solidFill>
            <a:schemeClr val="accent2"/>
          </a:solidFill>
          <a:ln w="381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3F8E997-69DB-2F2E-7E52-ECBA94A18336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80700" y="1186101"/>
            <a:ext cx="2707021" cy="914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2BBC7DE-6B11-0B73-1D15-2E9A582E569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232698" y="3992901"/>
            <a:ext cx="2707021" cy="92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39270ACF-F21F-6648-ACED-79CF5AF3F63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54216" y="1186101"/>
            <a:ext cx="2707021" cy="914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D412FD1C-51A3-41CC-951B-066367CCC4E5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647C323-D485-A1C5-F945-EE7D518CA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4292B94-29DC-C51E-E09B-D5EE6A26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4490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9.xml"/><Relationship Id="rId20" Type="http://schemas.openxmlformats.org/officeDocument/2006/relationships/theme" Target="../theme/theme2.xml"/><Relationship Id="rId21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41.xml"/><Relationship Id="rId11" Type="http://schemas.openxmlformats.org/officeDocument/2006/relationships/theme" Target="../theme/theme5.xml"/><Relationship Id="rId1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60.xml"/><Relationship Id="rId25" Type="http://schemas.openxmlformats.org/officeDocument/2006/relationships/theme" Target="../theme/theme6.xml"/><Relationship Id="rId26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48" Type="http://schemas.openxmlformats.org/officeDocument/2006/relationships/theme" Target="../theme/theme8.xml"/><Relationship Id="rId4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5577-201D-A49F-8651-017F183AC87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30F2936-3A0F-B6E0-B7DA-174505A3A58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1DD0-805F-5688-A13F-BAFBF7F3879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91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6" r:id="rId3"/>
    <p:sldLayoutId id="2147483704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1pPr>
      <a:lvl2pPr marL="406004" indent="-2333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640556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900113" indent="-259556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168004" indent="-2678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B579-7213-7B79-C98B-5D74321E648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5FA642-C86B-1764-DE65-56497E23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98462F9-5DC9-B082-05A7-BA24A22BBB03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A2DBD-EA4C-84B4-C3E0-E631643FE799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66408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476B6B-68DF-C191-BE42-92C4BF5C357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78DA602-869B-11CB-326B-BBB9C937A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B9F7738-6B27-3E85-102D-A383AF420CF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B394FA-FC77-71CA-2F4E-3309B399E8E4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861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741B0-2CD8-A347-997D-35A5D58D5B2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B10485-0E49-6A96-C2BF-50CB6DD5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2C30E-CDE6-3270-1EDC-D751792EE0E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CD62D-A184-F3ED-CF3C-552909376CAD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6428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4"/>
    <p:sldLayoutId id="21474839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D26CB-7797-98A4-9B9F-759D9E9B937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FEB072-73F4-36DD-A772-A87BBA282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234D2EB-3C1F-1BB6-1F97-5208760BA915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2E1D6F-DB9D-BFDE-B403-F5728F13FA27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407452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3"/>
    <p:sldLayoutId id="21474839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A4CD8D-007C-A15E-9B97-7E55F03FD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cover_text1 }}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E91B1C-5E50-35CA-D0DD-2A7BE906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cover_title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5F13C6-2A1F-DFB0-85AB-A8B4533CC1BB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cover_text2 }}</a:t>
            </a:r>
          </a:p>
        </p:txBody>
      </p:sp>
    </p:spTree>
    <p:extLst>
      <p:ext uri="{BB962C8B-B14F-4D97-AF65-F5344CB8AC3E}">
        <p14:creationId xmlns:p14="http://schemas.microsoft.com/office/powerpoint/2010/main" val="265857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0764AB-3E7D-BC8F-B31D-AE1161AC20D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agenda_text1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2C534C-FCB4-9574-6B9E-95844F1471F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agenda_text2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12C7C7-010A-F45C-2868-334D9618FE26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agenda_text3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A495BD8-D570-C2B5-FDDC-67C54348FD2E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r>
              <a:t>{{ agenda_text5 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069EA7-8FBF-5177-A503-6ABBC5AAEE2E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t>{{ agenda_text6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8EEC96-9C67-EB9C-A005-8F2E6DA10970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r>
              <a:t>{{ agenda_text7 }}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5FAE829-5E76-A418-8DD5-B9EAAEFD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agenda_title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413554-79AE-23EA-3162-DFA044EDF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agenda_text4 }}</a:t>
            </a:r>
          </a:p>
        </p:txBody>
      </p:sp>
    </p:spTree>
    <p:extLst>
      <p:ext uri="{BB962C8B-B14F-4D97-AF65-F5344CB8AC3E}">
        <p14:creationId xmlns:p14="http://schemas.microsoft.com/office/powerpoint/2010/main" val="19704234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1792-89C0-9B74-4EF3-3220E0BE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objective_title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52A27-F321-2387-A130-B0623CD8F282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objective_text1 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FCB26-5C68-9A2A-7EEB-A886EC4FD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objective_text3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C4CA6-3C91-4FD2-8AAC-F95210ACF497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objective_text2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17D668-9445-0426-4376-EACD0C95D524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objective_text4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D2C45B-42E7-F338-7836-53A51A58FCF3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objective_text5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0E99F5-D278-FCC3-C67D-8132A76CC03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objective_text6 }}</a:t>
            </a:r>
          </a:p>
        </p:txBody>
      </p:sp>
    </p:spTree>
    <p:extLst>
      <p:ext uri="{BB962C8B-B14F-4D97-AF65-F5344CB8AC3E}">
        <p14:creationId xmlns:p14="http://schemas.microsoft.com/office/powerpoint/2010/main" val="1839217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88B67A-E0E7-5CE8-0073-4425FD002729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next_text2 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2A2C93-8FB3-B12C-0EFC-85847910E8A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next_text4 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F4AAC5-6128-6566-BD5B-D8334810D67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next_text5 }}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11F5B34-966D-CCB8-C2F0-F1587B8E7E34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next_text1 }}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674365-C7E0-501E-F33E-EB7FBA02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next_title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24508C-1BAD-0A3E-6843-2AA3AFAB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next_text3 }}</a:t>
            </a:r>
          </a:p>
        </p:txBody>
      </p:sp>
    </p:spTree>
    <p:extLst>
      <p:ext uri="{BB962C8B-B14F-4D97-AF65-F5344CB8AC3E}">
        <p14:creationId xmlns:p14="http://schemas.microsoft.com/office/powerpoint/2010/main" val="21985545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3344E5-C937-6D66-30DA-6CD92EDE7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team_text13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81BA0-97A3-2E75-33F3-CE3CA21EB6AA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team_text8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4DC9A9-5828-5FF2-D89C-EDD88EE52A9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team_text14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9BD7B1-E048-8A70-53CA-D58C2BF9A3C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team_text9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315DCC-F7B6-26A0-134C-2A9B8B770E21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team_text15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C86E98-7B3D-5D8B-EAB7-99513376654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team_text10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7704583-78E3-B6FC-CC2A-2759C819EB1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team_text16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F1F14D-49AC-8A70-9613-1542A2D1881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team_text11 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00D63A1-93B7-E8BB-D65C-02F85E4AA26D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t>{{ team_text12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79ABA9-AB66-2F49-4A48-2F63A48BD6C2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team_text7 }}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C61CF23-6235-25FD-C9D1-47686ADE3C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r>
              <a:t>{{ team_text4 }}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08BAAE3-71F8-5AE5-6204-2B5D57419C2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r>
              <a:t>{{ team_text5 }}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6868975-BE51-328B-7F15-EBDFB5B37E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r>
              <a:t>{{ team_text3 }}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B963544-432B-2067-4E9F-99B87803078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r>
              <a:t>{{ team_text6 }}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9703471-7E40-2063-D191-1716FD5B291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r>
              <a:t>{{ team_text2 }}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9AB5AAD-782F-4601-B239-E310B899D67A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r>
              <a:t>{{ team_text1 }}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8716C0-8F05-55BE-EEAB-B9CF25B7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team_title }}</a:t>
            </a:r>
          </a:p>
        </p:txBody>
      </p:sp>
    </p:spTree>
    <p:extLst>
      <p:ext uri="{BB962C8B-B14F-4D97-AF65-F5344CB8AC3E}">
        <p14:creationId xmlns:p14="http://schemas.microsoft.com/office/powerpoint/2010/main" val="12006669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44E241C-F666-2035-E417-FA0E3C236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phase_text2 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E7A06D-0515-15B6-6D02-5A8ED5844535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phase_text7 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6AD3644-95C8-A1B2-114C-60B4EB432D78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phase_text4 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796320-5680-B738-575C-EC6355D01CB1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phase_text9 }}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3FCEC2-F6B8-C557-E71E-326F2B19641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r>
              <a:t>{{ phase_text3 }}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C049B8D-2A7A-4130-B2DD-7EEB26696C7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r>
              <a:t>{{ phase_text6 }}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FF85383-B124-1944-D2E5-41E515C7B1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r>
              <a:t>{{ phase_text5 }}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A5B9567-5E6C-2686-CC69-A1324635F1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r>
              <a:t>{{ phase_text8 }}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1419F9A-0BF2-F991-F0E1-8479B750A778}"/>
              </a:ext>
            </a:extLst>
          </p:cNvPr>
          <p:cNvSpPr>
            <a:spLocks noGrp="1"/>
          </p:cNvSpPr>
          <p:nvPr>
            <p:ph type="body" sz="half" idx="28"/>
          </p:nvPr>
        </p:nvSpPr>
        <p:spPr/>
        <p:txBody>
          <a:bodyPr/>
          <a:lstStyle/>
          <a:p>
            <a:r>
              <a:t>{{ phase_text1 }}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14811A6-D41C-5F28-C7F8-6ED29197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phase_title }}</a:t>
            </a:r>
          </a:p>
        </p:txBody>
      </p:sp>
    </p:spTree>
    <p:extLst>
      <p:ext uri="{BB962C8B-B14F-4D97-AF65-F5344CB8AC3E}">
        <p14:creationId xmlns:p14="http://schemas.microsoft.com/office/powerpoint/2010/main" val="2247249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0D8A4C-3277-6367-9ADC-A07D56BA1BC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timeline_text2 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7B4DC1-8CFB-E206-47BF-4CD7F12A4015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timeline_text4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7963B22-2F1A-2309-A447-5F727E32B709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timeline_text3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F22E14-7372-A01F-62B1-D5B9DE992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timeline_text1 }}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FA7153E-426B-BB28-41DB-9766691E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timeline_title }}</a:t>
            </a:r>
          </a:p>
        </p:txBody>
      </p:sp>
    </p:spTree>
    <p:extLst>
      <p:ext uri="{BB962C8B-B14F-4D97-AF65-F5344CB8AC3E}">
        <p14:creationId xmlns:p14="http://schemas.microsoft.com/office/powerpoint/2010/main" val="304893447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PowerPoint Proposal Template.potx" id="{67EDC9BE-195C-4E2E-9987-9D862BB279CC}" vid="{1DD36912-53BA-41BA-BDA4-58B3A78B74B6}"/>
    </a:ext>
  </a:extLst>
</a:theme>
</file>

<file path=ppt/theme/theme2.xml><?xml version="1.0" encoding="utf-8"?>
<a:theme xmlns:a="http://schemas.openxmlformats.org/drawingml/2006/main" name="Agenda | Next Steps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Solution | Objective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General Content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Approach | Roadmap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</Template>
  <TotalTime>239</TotalTime>
  <Words>50</Words>
  <Application>Microsoft Office PowerPoint</Application>
  <PresentationFormat>On-screen Show (16:9)</PresentationFormat>
  <Paragraphs>39</Paragraphs>
  <Slides>147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147</vt:i4>
      </vt:variant>
    </vt:vector>
  </HeadingPairs>
  <TitlesOfParts>
    <vt:vector size="169" baseType="lpstr">
      <vt:lpstr>Aptos</vt:lpstr>
      <vt:lpstr>Arial</vt:lpstr>
      <vt:lpstr>Arial Nova</vt:lpstr>
      <vt:lpstr>Calibri</vt:lpstr>
      <vt:lpstr>Century Gothic</vt:lpstr>
      <vt:lpstr>DM Sans</vt:lpstr>
      <vt:lpstr>Fira Sans</vt:lpstr>
      <vt:lpstr>Fira Sans Medium</vt:lpstr>
      <vt:lpstr>Inter</vt:lpstr>
      <vt:lpstr>Lato Light</vt:lpstr>
      <vt:lpstr>Oswald</vt:lpstr>
      <vt:lpstr>Poppins</vt:lpstr>
      <vt:lpstr>Roboto Medium</vt:lpstr>
      <vt:lpstr>Cover Page</vt:lpstr>
      <vt:lpstr>Agenda | Next Steps Slides</vt:lpstr>
      <vt:lpstr>Team Slides</vt:lpstr>
      <vt:lpstr>Problem Slides</vt:lpstr>
      <vt:lpstr>Solution | Objective Slides</vt:lpstr>
      <vt:lpstr>General Content</vt:lpstr>
      <vt:lpstr>Insight Slides</vt:lpstr>
      <vt:lpstr>Approach | Roadmap Slides</vt:lpstr>
      <vt:lpstr>Comparison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PASSION</dc:title>
  <dc:creator/>
  <cp:lastModifiedBy/>
  <cp:revision>1</cp:revision>
  <cp:lastPrinted>2023-07-22T09:00:26Z</cp:lastPrinted>
  <dcterms:created xsi:type="dcterms:W3CDTF">2023-06-15T07:10:53Z</dcterms:created>
  <dcterms:modified xsi:type="dcterms:W3CDTF">2024-11-13T06:55:20Z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f6681-6027-45ac-a9c2-14713e76fe9d_Enabled">
    <vt:lpwstr>true</vt:lpwstr>
  </property>
  <property fmtid="{D5CDD505-2E9C-101B-9397-08002B2CF9AE}" pid="3" name="MSIP_Label_b63f6681-6027-45ac-a9c2-14713e76fe9d_SetDate">
    <vt:lpwstr>2023-11-01T10:53:06Z</vt:lpwstr>
  </property>
  <property fmtid="{D5CDD505-2E9C-101B-9397-08002B2CF9AE}" pid="4" name="MSIP_Label_b63f6681-6027-45ac-a9c2-14713e76fe9d_Method">
    <vt:lpwstr>Standard</vt:lpwstr>
  </property>
  <property fmtid="{D5CDD505-2E9C-101B-9397-08002B2CF9AE}" pid="5" name="MSIP_Label_b63f6681-6027-45ac-a9c2-14713e76fe9d_Name">
    <vt:lpwstr>Confidential</vt:lpwstr>
  </property>
  <property fmtid="{D5CDD505-2E9C-101B-9397-08002B2CF9AE}" pid="6" name="MSIP_Label_b63f6681-6027-45ac-a9c2-14713e76fe9d_SiteId">
    <vt:lpwstr>f28e5d44-45ee-477d-953a-728a7c537813</vt:lpwstr>
  </property>
  <property fmtid="{D5CDD505-2E9C-101B-9397-08002B2CF9AE}" pid="7" name="MSIP_Label_b63f6681-6027-45ac-a9c2-14713e76fe9d_ActionId">
    <vt:lpwstr>b30bce34-0e54-4305-ac43-fb27eba94ed1</vt:lpwstr>
  </property>
  <property fmtid="{D5CDD505-2E9C-101B-9397-08002B2CF9AE}" pid="8" name="MSIP_Label_b63f6681-6027-45ac-a9c2-14713e76fe9d_ContentBits">
    <vt:lpwstr>0</vt:lpwstr>
  </property>
</Properties>
</file>